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diagrams/data9.xml" ContentType="application/vnd.openxmlformats-officedocument.drawingml.diagramData+xml"/>
  <Override PartName="/ppt/diagrams/data10.xml" ContentType="application/vnd.openxmlformats-officedocument.drawingml.diagramData+xml"/>
  <Override PartName="/ppt/diagrams/data11.xml" ContentType="application/vnd.openxmlformats-officedocument.drawingml.diagramData+xml"/>
  <Override PartName="/ppt/diagrams/data12.xml" ContentType="application/vnd.openxmlformats-officedocument.drawingml.diagramData+xml"/>
  <Override PartName="/ppt/diagrams/data13.xml" ContentType="application/vnd.openxmlformats-officedocument.drawingml.diagramData+xml"/>
  <Override PartName="/ppt/diagrams/data14.xml" ContentType="application/vnd.openxmlformats-officedocument.drawingml.diagramData+xml"/>
  <Override PartName="/ppt/diagrams/data15.xml" ContentType="application/vnd.openxmlformats-officedocument.drawingml.diagramData+xml"/>
  <Override PartName="/ppt/diagrams/data16.xml" ContentType="application/vnd.openxmlformats-officedocument.drawingml.diagramData+xml"/>
  <Override PartName="/ppt/diagrams/data17.xml" ContentType="application/vnd.openxmlformats-officedocument.drawingml.diagramData+xml"/>
  <Override PartName="/ppt/diagrams/data18.xml" ContentType="application/vnd.openxmlformats-officedocument.drawingml.diagramData+xml"/>
  <Override PartName="/ppt/diagrams/data19.xml" ContentType="application/vnd.openxmlformats-officedocument.drawingml.diagramData+xml"/>
  <Override PartName="/ppt/diagrams/data20.xml" ContentType="application/vnd.openxmlformats-officedocument.drawingml.diagramData+xml"/>
  <Override PartName="/ppt/diagrams/data1.xml" ContentType="application/vnd.openxmlformats-officedocument.drawingml.diagramData+xml"/>
  <Override PartName="/ppt/diagrams/data2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layout13.xml" ContentType="application/vnd.openxmlformats-officedocument.drawingml.diagramLayout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rawing10.xml" ContentType="application/vnd.ms-office.drawingml.diagramDrawing+xml"/>
  <Override PartName="/ppt/diagrams/colors10.xml" ContentType="application/vnd.openxmlformats-officedocument.drawingml.diagramColors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rawing11.xml" ContentType="application/vnd.ms-office.drawingml.diagramDrawing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quickStyle11.xml" ContentType="application/vnd.openxmlformats-officedocument.drawingml.diagramStyle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layout12.xml" ContentType="application/vnd.openxmlformats-officedocument.drawingml.diagramLayout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quickStyle12.xml" ContentType="application/vnd.openxmlformats-officedocument.drawingml.diagramStyle+xml"/>
  <Override PartName="/ppt/diagrams/layout17.xml" ContentType="application/vnd.openxmlformats-officedocument.drawingml.diagramLayout+xml"/>
  <Override PartName="/ppt/diagrams/layout11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colors12.xml" ContentType="application/vnd.openxmlformats-officedocument.drawingml.diagramColors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rawing12.xml" ContentType="application/vnd.ms-office.drawingml.diagramDrawing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colors11.xml" ContentType="application/vnd.openxmlformats-officedocument.drawingml.diagramColors+xml"/>
  <Override PartName="/ppt/diagrams/layout20.xml" ContentType="application/vnd.openxmlformats-officedocument.drawingml.diagramLayout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69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1" r:id="rId34"/>
    <p:sldId id="290" r:id="rId35"/>
    <p:sldId id="292" r:id="rId36"/>
    <p:sldId id="293" r:id="rId37"/>
    <p:sldId id="294" r:id="rId38"/>
    <p:sldId id="296" r:id="rId39"/>
    <p:sldId id="295" r:id="rId4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30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8" d="100"/>
          <a:sy n="108" d="100"/>
        </p:scale>
        <p:origin x="714" y="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47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B8C1A9-CFC1-4E85-BE55-57048A8AB9CD}" type="doc">
      <dgm:prSet loTypeId="urn:microsoft.com/office/officeart/2009/3/layout/StepUpProcess" loCatId="process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s-PE"/>
        </a:p>
      </dgm:t>
    </dgm:pt>
    <dgm:pt modelId="{C650E965-9736-48C7-8098-787D8B61BF88}">
      <dgm:prSet/>
      <dgm:spPr/>
      <dgm:t>
        <a:bodyPr/>
        <a:lstStyle/>
        <a:p>
          <a:pPr rtl="0"/>
          <a:r>
            <a:rPr lang="es-PE"/>
            <a:t>La rendición de cuentas en el INEI se realiza de forma manual.</a:t>
          </a:r>
          <a:endParaRPr lang="es-ES"/>
        </a:p>
      </dgm:t>
    </dgm:pt>
    <dgm:pt modelId="{48E1ACDC-ADD5-402A-9936-6D350ABDFCE5}" type="parTrans" cxnId="{A8D53EEF-F4AE-4B7E-AEEE-81CECC43E9FD}">
      <dgm:prSet/>
      <dgm:spPr/>
      <dgm:t>
        <a:bodyPr/>
        <a:lstStyle/>
        <a:p>
          <a:endParaRPr lang="es-PE"/>
        </a:p>
      </dgm:t>
    </dgm:pt>
    <dgm:pt modelId="{01EDDF53-2639-4E92-BCCB-B9B748A2F7E3}" type="sibTrans" cxnId="{A8D53EEF-F4AE-4B7E-AEEE-81CECC43E9FD}">
      <dgm:prSet/>
      <dgm:spPr/>
      <dgm:t>
        <a:bodyPr/>
        <a:lstStyle/>
        <a:p>
          <a:endParaRPr lang="es-PE"/>
        </a:p>
      </dgm:t>
    </dgm:pt>
    <dgm:pt modelId="{18CE355F-990A-4414-BD95-C92690976EC2}">
      <dgm:prSet/>
      <dgm:spPr/>
      <dgm:t>
        <a:bodyPr/>
        <a:lstStyle/>
        <a:p>
          <a:pPr rtl="0"/>
          <a:r>
            <a:rPr lang="es-PE" dirty="0"/>
            <a:t>No existen controles automáticos de calidad de la información.</a:t>
          </a:r>
          <a:endParaRPr lang="es-ES" dirty="0"/>
        </a:p>
      </dgm:t>
    </dgm:pt>
    <dgm:pt modelId="{B6C7A36A-E5C9-4D82-91A6-CA0CE99C20DB}" type="parTrans" cxnId="{3CCAD3A2-A153-434B-B6A1-D50B14C573AA}">
      <dgm:prSet/>
      <dgm:spPr/>
      <dgm:t>
        <a:bodyPr/>
        <a:lstStyle/>
        <a:p>
          <a:endParaRPr lang="es-PE"/>
        </a:p>
      </dgm:t>
    </dgm:pt>
    <dgm:pt modelId="{7A808BAC-DFC2-47E9-8EBE-A4E939451593}" type="sibTrans" cxnId="{3CCAD3A2-A153-434B-B6A1-D50B14C573AA}">
      <dgm:prSet/>
      <dgm:spPr/>
      <dgm:t>
        <a:bodyPr/>
        <a:lstStyle/>
        <a:p>
          <a:endParaRPr lang="es-PE"/>
        </a:p>
      </dgm:t>
    </dgm:pt>
    <dgm:pt modelId="{317D8E38-4D83-4027-93CC-C0C62B192E11}">
      <dgm:prSet/>
      <dgm:spPr/>
      <dgm:t>
        <a:bodyPr/>
        <a:lstStyle/>
        <a:p>
          <a:pPr rtl="0"/>
          <a:r>
            <a:rPr lang="es-PE"/>
            <a:t>Se generan errores que se detectan tardíamente, causando reprocesos.</a:t>
          </a:r>
          <a:endParaRPr lang="es-ES"/>
        </a:p>
      </dgm:t>
    </dgm:pt>
    <dgm:pt modelId="{025CD8D2-D7AD-48A6-917F-9D785E089E3B}" type="parTrans" cxnId="{0B9B1231-72E7-4A3B-BED5-C25EC928A17D}">
      <dgm:prSet/>
      <dgm:spPr/>
      <dgm:t>
        <a:bodyPr/>
        <a:lstStyle/>
        <a:p>
          <a:endParaRPr lang="es-PE"/>
        </a:p>
      </dgm:t>
    </dgm:pt>
    <dgm:pt modelId="{5C6E8274-7ACC-40A1-8A54-4D8D62D10B85}" type="sibTrans" cxnId="{0B9B1231-72E7-4A3B-BED5-C25EC928A17D}">
      <dgm:prSet/>
      <dgm:spPr/>
      <dgm:t>
        <a:bodyPr/>
        <a:lstStyle/>
        <a:p>
          <a:endParaRPr lang="es-PE"/>
        </a:p>
      </dgm:t>
    </dgm:pt>
    <dgm:pt modelId="{A03E7891-76B1-4F7D-AF8C-2E4F8E3B13A3}">
      <dgm:prSet/>
      <dgm:spPr/>
      <dgm:t>
        <a:bodyPr/>
        <a:lstStyle/>
        <a:p>
          <a:pPr rtl="0"/>
          <a:r>
            <a:rPr lang="es-PE"/>
            <a:t>Esto sobrecarga al personal y reduce la eficiencia del proceso.</a:t>
          </a:r>
          <a:endParaRPr lang="es-ES"/>
        </a:p>
      </dgm:t>
    </dgm:pt>
    <dgm:pt modelId="{6DBEBB44-47AE-46FD-9B81-B8ABF5823B58}" type="parTrans" cxnId="{4CBAED01-7C2E-46AE-A91D-4C5EE01702B3}">
      <dgm:prSet/>
      <dgm:spPr/>
      <dgm:t>
        <a:bodyPr/>
        <a:lstStyle/>
        <a:p>
          <a:endParaRPr lang="es-PE"/>
        </a:p>
      </dgm:t>
    </dgm:pt>
    <dgm:pt modelId="{F42B349E-C65A-4EC3-BDF0-71C7B2401237}" type="sibTrans" cxnId="{4CBAED01-7C2E-46AE-A91D-4C5EE01702B3}">
      <dgm:prSet/>
      <dgm:spPr/>
      <dgm:t>
        <a:bodyPr/>
        <a:lstStyle/>
        <a:p>
          <a:endParaRPr lang="es-PE"/>
        </a:p>
      </dgm:t>
    </dgm:pt>
    <dgm:pt modelId="{A8BB7956-1DC6-4D49-90AC-6486C10B4529}" type="pres">
      <dgm:prSet presAssocID="{AEB8C1A9-CFC1-4E85-BE55-57048A8AB9CD}" presName="rootnode" presStyleCnt="0">
        <dgm:presLayoutVars>
          <dgm:chMax/>
          <dgm:chPref/>
          <dgm:dir/>
          <dgm:animLvl val="lvl"/>
        </dgm:presLayoutVars>
      </dgm:prSet>
      <dgm:spPr/>
    </dgm:pt>
    <dgm:pt modelId="{6DFB6999-7D18-4D3A-9541-78C76128BE89}" type="pres">
      <dgm:prSet presAssocID="{C650E965-9736-48C7-8098-787D8B61BF88}" presName="composite" presStyleCnt="0"/>
      <dgm:spPr/>
    </dgm:pt>
    <dgm:pt modelId="{D835B72A-3059-4BDF-AB59-A0237DD16A0F}" type="pres">
      <dgm:prSet presAssocID="{C650E965-9736-48C7-8098-787D8B61BF88}" presName="LShape" presStyleLbl="alignNode1" presStyleIdx="0" presStyleCnt="7"/>
      <dgm:spPr/>
    </dgm:pt>
    <dgm:pt modelId="{5A1FA238-C904-4D24-BF13-4EAF0ABAC5FD}" type="pres">
      <dgm:prSet presAssocID="{C650E965-9736-48C7-8098-787D8B61BF88}" presName="Parent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5F3E1412-31B2-4961-8A1A-5FA19700882B}" type="pres">
      <dgm:prSet presAssocID="{C650E965-9736-48C7-8098-787D8B61BF88}" presName="Triangle" presStyleLbl="alignNode1" presStyleIdx="1" presStyleCnt="7"/>
      <dgm:spPr/>
    </dgm:pt>
    <dgm:pt modelId="{15F268E6-6708-4A2A-AA2B-C24FDAA18EFB}" type="pres">
      <dgm:prSet presAssocID="{01EDDF53-2639-4E92-BCCB-B9B748A2F7E3}" presName="sibTrans" presStyleCnt="0"/>
      <dgm:spPr/>
    </dgm:pt>
    <dgm:pt modelId="{D45596AB-2587-48CF-9F04-CE0B2955D114}" type="pres">
      <dgm:prSet presAssocID="{01EDDF53-2639-4E92-BCCB-B9B748A2F7E3}" presName="space" presStyleCnt="0"/>
      <dgm:spPr/>
    </dgm:pt>
    <dgm:pt modelId="{24530B28-3E89-4B85-858A-A3716438E4FF}" type="pres">
      <dgm:prSet presAssocID="{18CE355F-990A-4414-BD95-C92690976EC2}" presName="composite" presStyleCnt="0"/>
      <dgm:spPr/>
    </dgm:pt>
    <dgm:pt modelId="{101CD21B-810D-4BF4-A17B-F065994CC9A1}" type="pres">
      <dgm:prSet presAssocID="{18CE355F-990A-4414-BD95-C92690976EC2}" presName="LShape" presStyleLbl="alignNode1" presStyleIdx="2" presStyleCnt="7"/>
      <dgm:spPr/>
    </dgm:pt>
    <dgm:pt modelId="{9C6E5A5B-3164-45FE-938C-068ACF211794}" type="pres">
      <dgm:prSet presAssocID="{18CE355F-990A-4414-BD95-C92690976EC2}" presName="Parent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8C6DB43C-91D3-42F1-A69F-38ECA978F173}" type="pres">
      <dgm:prSet presAssocID="{18CE355F-990A-4414-BD95-C92690976EC2}" presName="Triangle" presStyleLbl="alignNode1" presStyleIdx="3" presStyleCnt="7"/>
      <dgm:spPr/>
    </dgm:pt>
    <dgm:pt modelId="{3F82146F-84DF-462F-87FE-9FA601668A54}" type="pres">
      <dgm:prSet presAssocID="{7A808BAC-DFC2-47E9-8EBE-A4E939451593}" presName="sibTrans" presStyleCnt="0"/>
      <dgm:spPr/>
    </dgm:pt>
    <dgm:pt modelId="{5F2D93BF-C6ED-465C-B6CF-E7A0FE3919DD}" type="pres">
      <dgm:prSet presAssocID="{7A808BAC-DFC2-47E9-8EBE-A4E939451593}" presName="space" presStyleCnt="0"/>
      <dgm:spPr/>
    </dgm:pt>
    <dgm:pt modelId="{6E580927-1D46-4E74-B32A-DEFE7789D164}" type="pres">
      <dgm:prSet presAssocID="{317D8E38-4D83-4027-93CC-C0C62B192E11}" presName="composite" presStyleCnt="0"/>
      <dgm:spPr/>
    </dgm:pt>
    <dgm:pt modelId="{1C73065F-4CCF-43C2-B848-50F2ECFC852D}" type="pres">
      <dgm:prSet presAssocID="{317D8E38-4D83-4027-93CC-C0C62B192E11}" presName="LShape" presStyleLbl="alignNode1" presStyleIdx="4" presStyleCnt="7"/>
      <dgm:spPr/>
    </dgm:pt>
    <dgm:pt modelId="{78FA684E-CDDE-449F-B5EF-36D51AAD748C}" type="pres">
      <dgm:prSet presAssocID="{317D8E38-4D83-4027-93CC-C0C62B192E11}" presName="Parent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C7360A76-F238-4393-8407-32D3AA1476C1}" type="pres">
      <dgm:prSet presAssocID="{317D8E38-4D83-4027-93CC-C0C62B192E11}" presName="Triangle" presStyleLbl="alignNode1" presStyleIdx="5" presStyleCnt="7"/>
      <dgm:spPr/>
    </dgm:pt>
    <dgm:pt modelId="{B45F2625-3B7F-4E9E-AE36-F8B25DF3E5D3}" type="pres">
      <dgm:prSet presAssocID="{5C6E8274-7ACC-40A1-8A54-4D8D62D10B85}" presName="sibTrans" presStyleCnt="0"/>
      <dgm:spPr/>
    </dgm:pt>
    <dgm:pt modelId="{365BE5A7-8950-47FC-826F-E04B95D6A294}" type="pres">
      <dgm:prSet presAssocID="{5C6E8274-7ACC-40A1-8A54-4D8D62D10B85}" presName="space" presStyleCnt="0"/>
      <dgm:spPr/>
    </dgm:pt>
    <dgm:pt modelId="{F22DF2A9-5A14-4E85-BEE1-5EB13A558F7C}" type="pres">
      <dgm:prSet presAssocID="{A03E7891-76B1-4F7D-AF8C-2E4F8E3B13A3}" presName="composite" presStyleCnt="0"/>
      <dgm:spPr/>
    </dgm:pt>
    <dgm:pt modelId="{8F8D4F4B-9E5D-4097-8449-C5E77A684088}" type="pres">
      <dgm:prSet presAssocID="{A03E7891-76B1-4F7D-AF8C-2E4F8E3B13A3}" presName="LShape" presStyleLbl="alignNode1" presStyleIdx="6" presStyleCnt="7"/>
      <dgm:spPr/>
    </dgm:pt>
    <dgm:pt modelId="{BA70E4C5-B2E2-4046-A441-2E2D1BFA39CD}" type="pres">
      <dgm:prSet presAssocID="{A03E7891-76B1-4F7D-AF8C-2E4F8E3B13A3}" presName="Parent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CBAED01-7C2E-46AE-A91D-4C5EE01702B3}" srcId="{AEB8C1A9-CFC1-4E85-BE55-57048A8AB9CD}" destId="{A03E7891-76B1-4F7D-AF8C-2E4F8E3B13A3}" srcOrd="3" destOrd="0" parTransId="{6DBEBB44-47AE-46FD-9B81-B8ABF5823B58}" sibTransId="{F42B349E-C65A-4EC3-BDF0-71C7B2401237}"/>
    <dgm:cxn modelId="{D0079727-1EF3-4332-B3AB-1C3887AEDD0E}" type="presOf" srcId="{A03E7891-76B1-4F7D-AF8C-2E4F8E3B13A3}" destId="{BA70E4C5-B2E2-4046-A441-2E2D1BFA39CD}" srcOrd="0" destOrd="0" presId="urn:microsoft.com/office/officeart/2009/3/layout/StepUpProcess"/>
    <dgm:cxn modelId="{0B9B1231-72E7-4A3B-BED5-C25EC928A17D}" srcId="{AEB8C1A9-CFC1-4E85-BE55-57048A8AB9CD}" destId="{317D8E38-4D83-4027-93CC-C0C62B192E11}" srcOrd="2" destOrd="0" parTransId="{025CD8D2-D7AD-48A6-917F-9D785E089E3B}" sibTransId="{5C6E8274-7ACC-40A1-8A54-4D8D62D10B85}"/>
    <dgm:cxn modelId="{E5B6C262-E6EE-4636-B200-8C8F60873414}" type="presOf" srcId="{18CE355F-990A-4414-BD95-C92690976EC2}" destId="{9C6E5A5B-3164-45FE-938C-068ACF211794}" srcOrd="0" destOrd="0" presId="urn:microsoft.com/office/officeart/2009/3/layout/StepUpProcess"/>
    <dgm:cxn modelId="{E0BB9096-37BA-4999-BF0E-BB446B373812}" type="presOf" srcId="{C650E965-9736-48C7-8098-787D8B61BF88}" destId="{5A1FA238-C904-4D24-BF13-4EAF0ABAC5FD}" srcOrd="0" destOrd="0" presId="urn:microsoft.com/office/officeart/2009/3/layout/StepUpProcess"/>
    <dgm:cxn modelId="{3CCAD3A2-A153-434B-B6A1-D50B14C573AA}" srcId="{AEB8C1A9-CFC1-4E85-BE55-57048A8AB9CD}" destId="{18CE355F-990A-4414-BD95-C92690976EC2}" srcOrd="1" destOrd="0" parTransId="{B6C7A36A-E5C9-4D82-91A6-CA0CE99C20DB}" sibTransId="{7A808BAC-DFC2-47E9-8EBE-A4E939451593}"/>
    <dgm:cxn modelId="{8CC013C4-9D68-4CD4-9C03-6525D9FBA472}" type="presOf" srcId="{317D8E38-4D83-4027-93CC-C0C62B192E11}" destId="{78FA684E-CDDE-449F-B5EF-36D51AAD748C}" srcOrd="0" destOrd="0" presId="urn:microsoft.com/office/officeart/2009/3/layout/StepUpProcess"/>
    <dgm:cxn modelId="{A8D53EEF-F4AE-4B7E-AEEE-81CECC43E9FD}" srcId="{AEB8C1A9-CFC1-4E85-BE55-57048A8AB9CD}" destId="{C650E965-9736-48C7-8098-787D8B61BF88}" srcOrd="0" destOrd="0" parTransId="{48E1ACDC-ADD5-402A-9936-6D350ABDFCE5}" sibTransId="{01EDDF53-2639-4E92-BCCB-B9B748A2F7E3}"/>
    <dgm:cxn modelId="{810D11FF-2F96-4693-9EFD-2EF6C3B2C7D0}" type="presOf" srcId="{AEB8C1A9-CFC1-4E85-BE55-57048A8AB9CD}" destId="{A8BB7956-1DC6-4D49-90AC-6486C10B4529}" srcOrd="0" destOrd="0" presId="urn:microsoft.com/office/officeart/2009/3/layout/StepUpProcess"/>
    <dgm:cxn modelId="{2D7838FE-C038-4E00-BEEB-2E9938257789}" type="presParOf" srcId="{A8BB7956-1DC6-4D49-90AC-6486C10B4529}" destId="{6DFB6999-7D18-4D3A-9541-78C76128BE89}" srcOrd="0" destOrd="0" presId="urn:microsoft.com/office/officeart/2009/3/layout/StepUpProcess"/>
    <dgm:cxn modelId="{6F4B35F6-4620-43AB-856A-C500C1C344F6}" type="presParOf" srcId="{6DFB6999-7D18-4D3A-9541-78C76128BE89}" destId="{D835B72A-3059-4BDF-AB59-A0237DD16A0F}" srcOrd="0" destOrd="0" presId="urn:microsoft.com/office/officeart/2009/3/layout/StepUpProcess"/>
    <dgm:cxn modelId="{7A5AB3F8-D4CC-43E6-93DF-109431D60773}" type="presParOf" srcId="{6DFB6999-7D18-4D3A-9541-78C76128BE89}" destId="{5A1FA238-C904-4D24-BF13-4EAF0ABAC5FD}" srcOrd="1" destOrd="0" presId="urn:microsoft.com/office/officeart/2009/3/layout/StepUpProcess"/>
    <dgm:cxn modelId="{E58C836B-F2B4-4CFB-9993-55A082729350}" type="presParOf" srcId="{6DFB6999-7D18-4D3A-9541-78C76128BE89}" destId="{5F3E1412-31B2-4961-8A1A-5FA19700882B}" srcOrd="2" destOrd="0" presId="urn:microsoft.com/office/officeart/2009/3/layout/StepUpProcess"/>
    <dgm:cxn modelId="{4A296AC2-9FC2-42AD-96D6-F41CE198544C}" type="presParOf" srcId="{A8BB7956-1DC6-4D49-90AC-6486C10B4529}" destId="{15F268E6-6708-4A2A-AA2B-C24FDAA18EFB}" srcOrd="1" destOrd="0" presId="urn:microsoft.com/office/officeart/2009/3/layout/StepUpProcess"/>
    <dgm:cxn modelId="{B64F998A-662B-4F49-B660-2FC79B8A8915}" type="presParOf" srcId="{15F268E6-6708-4A2A-AA2B-C24FDAA18EFB}" destId="{D45596AB-2587-48CF-9F04-CE0B2955D114}" srcOrd="0" destOrd="0" presId="urn:microsoft.com/office/officeart/2009/3/layout/StepUpProcess"/>
    <dgm:cxn modelId="{FF380BF5-B092-4541-A60E-89FC9D5E08A5}" type="presParOf" srcId="{A8BB7956-1DC6-4D49-90AC-6486C10B4529}" destId="{24530B28-3E89-4B85-858A-A3716438E4FF}" srcOrd="2" destOrd="0" presId="urn:microsoft.com/office/officeart/2009/3/layout/StepUpProcess"/>
    <dgm:cxn modelId="{A7E9F1FE-43AB-422A-88E6-C98FA95ADFCB}" type="presParOf" srcId="{24530B28-3E89-4B85-858A-A3716438E4FF}" destId="{101CD21B-810D-4BF4-A17B-F065994CC9A1}" srcOrd="0" destOrd="0" presId="urn:microsoft.com/office/officeart/2009/3/layout/StepUpProcess"/>
    <dgm:cxn modelId="{86DF18D7-715D-452B-A0BA-67FF41969716}" type="presParOf" srcId="{24530B28-3E89-4B85-858A-A3716438E4FF}" destId="{9C6E5A5B-3164-45FE-938C-068ACF211794}" srcOrd="1" destOrd="0" presId="urn:microsoft.com/office/officeart/2009/3/layout/StepUpProcess"/>
    <dgm:cxn modelId="{601D30EE-69CB-4ADC-81C3-572DBE4CEE52}" type="presParOf" srcId="{24530B28-3E89-4B85-858A-A3716438E4FF}" destId="{8C6DB43C-91D3-42F1-A69F-38ECA978F173}" srcOrd="2" destOrd="0" presId="urn:microsoft.com/office/officeart/2009/3/layout/StepUpProcess"/>
    <dgm:cxn modelId="{8323C414-A135-443A-B45F-4D346D6390F4}" type="presParOf" srcId="{A8BB7956-1DC6-4D49-90AC-6486C10B4529}" destId="{3F82146F-84DF-462F-87FE-9FA601668A54}" srcOrd="3" destOrd="0" presId="urn:microsoft.com/office/officeart/2009/3/layout/StepUpProcess"/>
    <dgm:cxn modelId="{E75028CF-CEE9-42EC-AE94-5DAC303E7B81}" type="presParOf" srcId="{3F82146F-84DF-462F-87FE-9FA601668A54}" destId="{5F2D93BF-C6ED-465C-B6CF-E7A0FE3919DD}" srcOrd="0" destOrd="0" presId="urn:microsoft.com/office/officeart/2009/3/layout/StepUpProcess"/>
    <dgm:cxn modelId="{AA334E2F-83F0-428F-A8D6-ECAF0E0CA12A}" type="presParOf" srcId="{A8BB7956-1DC6-4D49-90AC-6486C10B4529}" destId="{6E580927-1D46-4E74-B32A-DEFE7789D164}" srcOrd="4" destOrd="0" presId="urn:microsoft.com/office/officeart/2009/3/layout/StepUpProcess"/>
    <dgm:cxn modelId="{3DD28DCC-8EF9-4540-A2F8-F5474EA1D4BB}" type="presParOf" srcId="{6E580927-1D46-4E74-B32A-DEFE7789D164}" destId="{1C73065F-4CCF-43C2-B848-50F2ECFC852D}" srcOrd="0" destOrd="0" presId="urn:microsoft.com/office/officeart/2009/3/layout/StepUpProcess"/>
    <dgm:cxn modelId="{C2FAACDF-E794-4F24-9782-0D0A99ED6030}" type="presParOf" srcId="{6E580927-1D46-4E74-B32A-DEFE7789D164}" destId="{78FA684E-CDDE-449F-B5EF-36D51AAD748C}" srcOrd="1" destOrd="0" presId="urn:microsoft.com/office/officeart/2009/3/layout/StepUpProcess"/>
    <dgm:cxn modelId="{CA903B5C-CBF5-4C7F-A618-B0FDDE79B293}" type="presParOf" srcId="{6E580927-1D46-4E74-B32A-DEFE7789D164}" destId="{C7360A76-F238-4393-8407-32D3AA1476C1}" srcOrd="2" destOrd="0" presId="urn:microsoft.com/office/officeart/2009/3/layout/StepUpProcess"/>
    <dgm:cxn modelId="{122B51C4-D020-458A-AD17-FE97A84819E0}" type="presParOf" srcId="{A8BB7956-1DC6-4D49-90AC-6486C10B4529}" destId="{B45F2625-3B7F-4E9E-AE36-F8B25DF3E5D3}" srcOrd="5" destOrd="0" presId="urn:microsoft.com/office/officeart/2009/3/layout/StepUpProcess"/>
    <dgm:cxn modelId="{B719395F-3001-409E-891A-40096E4FE9FF}" type="presParOf" srcId="{B45F2625-3B7F-4E9E-AE36-F8B25DF3E5D3}" destId="{365BE5A7-8950-47FC-826F-E04B95D6A294}" srcOrd="0" destOrd="0" presId="urn:microsoft.com/office/officeart/2009/3/layout/StepUpProcess"/>
    <dgm:cxn modelId="{2A0A3AEC-0B01-4C7B-B220-02201454B770}" type="presParOf" srcId="{A8BB7956-1DC6-4D49-90AC-6486C10B4529}" destId="{F22DF2A9-5A14-4E85-BEE1-5EB13A558F7C}" srcOrd="6" destOrd="0" presId="urn:microsoft.com/office/officeart/2009/3/layout/StepUpProcess"/>
    <dgm:cxn modelId="{5CA5CEDA-4FB3-415B-B605-D1B4064800A0}" type="presParOf" srcId="{F22DF2A9-5A14-4E85-BEE1-5EB13A558F7C}" destId="{8F8D4F4B-9E5D-4097-8449-C5E77A684088}" srcOrd="0" destOrd="0" presId="urn:microsoft.com/office/officeart/2009/3/layout/StepUpProcess"/>
    <dgm:cxn modelId="{AC174140-700A-4B6D-93F7-36F95AC9D16E}" type="presParOf" srcId="{F22DF2A9-5A14-4E85-BEE1-5EB13A558F7C}" destId="{BA70E4C5-B2E2-4046-A441-2E2D1BFA39CD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433C24-AAD4-4E66-948C-6CD474E4098D}" type="doc">
      <dgm:prSet loTypeId="urn:microsoft.com/office/officeart/2005/8/layout/cycle1" loCatId="cycle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s-PE"/>
        </a:p>
      </dgm:t>
    </dgm:pt>
    <dgm:pt modelId="{AB141F4A-F7DB-4BC7-BC88-53C48538FA4E}">
      <dgm:prSet/>
      <dgm:spPr/>
      <dgm:t>
        <a:bodyPr/>
        <a:lstStyle/>
        <a:p>
          <a:pPr rtl="0"/>
          <a:r>
            <a:rPr lang="es-PE"/>
            <a:t>La automatización reduce errores del registro manual.</a:t>
          </a:r>
          <a:endParaRPr lang="es-ES"/>
        </a:p>
      </dgm:t>
    </dgm:pt>
    <dgm:pt modelId="{4B8B73FF-A9EB-40B7-90F8-28CB98E213DC}" type="parTrans" cxnId="{EC4A973B-50C4-4105-A798-BE4244DC0A58}">
      <dgm:prSet/>
      <dgm:spPr/>
      <dgm:t>
        <a:bodyPr/>
        <a:lstStyle/>
        <a:p>
          <a:endParaRPr lang="es-PE"/>
        </a:p>
      </dgm:t>
    </dgm:pt>
    <dgm:pt modelId="{1F9C3614-290A-425F-B9E1-5ABC89909DF9}" type="sibTrans" cxnId="{EC4A973B-50C4-4105-A798-BE4244DC0A58}">
      <dgm:prSet/>
      <dgm:spPr/>
      <dgm:t>
        <a:bodyPr/>
        <a:lstStyle/>
        <a:p>
          <a:endParaRPr lang="es-PE"/>
        </a:p>
      </dgm:t>
    </dgm:pt>
    <dgm:pt modelId="{5B16C606-04EE-4CE1-B4AB-425773B62B2C}">
      <dgm:prSet/>
      <dgm:spPr/>
      <dgm:t>
        <a:bodyPr/>
        <a:lstStyle/>
        <a:p>
          <a:pPr rtl="0"/>
          <a:r>
            <a:rPr lang="es-PE"/>
            <a:t>Las validaciones en tiempo real aseguran la calidad de la información.</a:t>
          </a:r>
          <a:endParaRPr lang="es-ES"/>
        </a:p>
      </dgm:t>
    </dgm:pt>
    <dgm:pt modelId="{D410EDD2-67AF-4EA5-9786-7C7F0439D17B}" type="parTrans" cxnId="{F9D19EA4-B1A9-4A00-AB84-605D42515739}">
      <dgm:prSet/>
      <dgm:spPr/>
      <dgm:t>
        <a:bodyPr/>
        <a:lstStyle/>
        <a:p>
          <a:endParaRPr lang="es-PE"/>
        </a:p>
      </dgm:t>
    </dgm:pt>
    <dgm:pt modelId="{35303393-C5F7-4839-B33F-0D67E3C7EECF}" type="sibTrans" cxnId="{F9D19EA4-B1A9-4A00-AB84-605D42515739}">
      <dgm:prSet/>
      <dgm:spPr/>
      <dgm:t>
        <a:bodyPr/>
        <a:lstStyle/>
        <a:p>
          <a:endParaRPr lang="es-PE"/>
        </a:p>
      </dgm:t>
    </dgm:pt>
    <dgm:pt modelId="{CA487577-7458-4284-9BD9-BCB292EE8ABC}">
      <dgm:prSet/>
      <dgm:spPr/>
      <dgm:t>
        <a:bodyPr/>
        <a:lstStyle/>
        <a:p>
          <a:pPr rtl="0"/>
          <a:r>
            <a:rPr lang="es-PE"/>
            <a:t>Se disminuyen reprocesos y se agiliza el trabajo administrativo.</a:t>
          </a:r>
          <a:endParaRPr lang="es-ES"/>
        </a:p>
      </dgm:t>
    </dgm:pt>
    <dgm:pt modelId="{13F4DC08-3640-420C-B721-FA7E679086D1}" type="parTrans" cxnId="{A435D2B0-4DAD-479C-8CF5-96669888154E}">
      <dgm:prSet/>
      <dgm:spPr/>
      <dgm:t>
        <a:bodyPr/>
        <a:lstStyle/>
        <a:p>
          <a:endParaRPr lang="es-PE"/>
        </a:p>
      </dgm:t>
    </dgm:pt>
    <dgm:pt modelId="{25FB758C-F454-49F6-96CA-60D73E1DC951}" type="sibTrans" cxnId="{A435D2B0-4DAD-479C-8CF5-96669888154E}">
      <dgm:prSet/>
      <dgm:spPr/>
      <dgm:t>
        <a:bodyPr/>
        <a:lstStyle/>
        <a:p>
          <a:endParaRPr lang="es-PE"/>
        </a:p>
      </dgm:t>
    </dgm:pt>
    <dgm:pt modelId="{78C8BF57-B6FD-4DFC-8657-AA861760450D}">
      <dgm:prSet/>
      <dgm:spPr/>
      <dgm:t>
        <a:bodyPr/>
        <a:lstStyle/>
        <a:p>
          <a:pPr rtl="0"/>
          <a:r>
            <a:rPr lang="es-PE"/>
            <a:t>Mejora la eficiencia institucional y el control de los recursos.</a:t>
          </a:r>
          <a:endParaRPr lang="es-ES"/>
        </a:p>
      </dgm:t>
    </dgm:pt>
    <dgm:pt modelId="{88D0571D-AA66-4A61-B8CA-7164525FF993}" type="parTrans" cxnId="{7BC277C4-D4FD-4349-9A26-C27A52A89C15}">
      <dgm:prSet/>
      <dgm:spPr/>
      <dgm:t>
        <a:bodyPr/>
        <a:lstStyle/>
        <a:p>
          <a:endParaRPr lang="es-PE"/>
        </a:p>
      </dgm:t>
    </dgm:pt>
    <dgm:pt modelId="{5E9DEE29-8547-4EED-A8D0-23A010CA2603}" type="sibTrans" cxnId="{7BC277C4-D4FD-4349-9A26-C27A52A89C15}">
      <dgm:prSet/>
      <dgm:spPr/>
      <dgm:t>
        <a:bodyPr/>
        <a:lstStyle/>
        <a:p>
          <a:endParaRPr lang="es-PE"/>
        </a:p>
      </dgm:t>
    </dgm:pt>
    <dgm:pt modelId="{E7533861-A73E-4C02-B54F-0834A3C525D0}" type="pres">
      <dgm:prSet presAssocID="{5F433C24-AAD4-4E66-948C-6CD474E4098D}" presName="cycle" presStyleCnt="0">
        <dgm:presLayoutVars>
          <dgm:dir/>
          <dgm:resizeHandles val="exact"/>
        </dgm:presLayoutVars>
      </dgm:prSet>
      <dgm:spPr/>
    </dgm:pt>
    <dgm:pt modelId="{292EE4DB-4878-4107-8B37-6A37081C2D04}" type="pres">
      <dgm:prSet presAssocID="{AB141F4A-F7DB-4BC7-BC88-53C48538FA4E}" presName="dummy" presStyleCnt="0"/>
      <dgm:spPr/>
    </dgm:pt>
    <dgm:pt modelId="{DC145DEA-FD18-4945-8223-17CF9E30AECC}" type="pres">
      <dgm:prSet presAssocID="{AB141F4A-F7DB-4BC7-BC88-53C48538FA4E}" presName="node" presStyleLbl="revTx" presStyleIdx="0" presStyleCnt="4">
        <dgm:presLayoutVars>
          <dgm:bulletEnabled val="1"/>
        </dgm:presLayoutVars>
      </dgm:prSet>
      <dgm:spPr/>
    </dgm:pt>
    <dgm:pt modelId="{107AAD13-1801-4E9C-9ECD-BD6AB8EE94D3}" type="pres">
      <dgm:prSet presAssocID="{1F9C3614-290A-425F-B9E1-5ABC89909DF9}" presName="sibTrans" presStyleLbl="node1" presStyleIdx="0" presStyleCnt="4"/>
      <dgm:spPr/>
    </dgm:pt>
    <dgm:pt modelId="{3B52DD14-B48D-46CA-A1CA-7F5D4C37FA05}" type="pres">
      <dgm:prSet presAssocID="{5B16C606-04EE-4CE1-B4AB-425773B62B2C}" presName="dummy" presStyleCnt="0"/>
      <dgm:spPr/>
    </dgm:pt>
    <dgm:pt modelId="{A3516108-6A22-4759-AFF3-B8A849C69DC0}" type="pres">
      <dgm:prSet presAssocID="{5B16C606-04EE-4CE1-B4AB-425773B62B2C}" presName="node" presStyleLbl="revTx" presStyleIdx="1" presStyleCnt="4">
        <dgm:presLayoutVars>
          <dgm:bulletEnabled val="1"/>
        </dgm:presLayoutVars>
      </dgm:prSet>
      <dgm:spPr/>
    </dgm:pt>
    <dgm:pt modelId="{8D56E34D-F807-457F-ABE5-70BFEBFD7181}" type="pres">
      <dgm:prSet presAssocID="{35303393-C5F7-4839-B33F-0D67E3C7EECF}" presName="sibTrans" presStyleLbl="node1" presStyleIdx="1" presStyleCnt="4"/>
      <dgm:spPr/>
    </dgm:pt>
    <dgm:pt modelId="{95B6E5C0-8D29-44B4-8620-4D2C0C7AA164}" type="pres">
      <dgm:prSet presAssocID="{CA487577-7458-4284-9BD9-BCB292EE8ABC}" presName="dummy" presStyleCnt="0"/>
      <dgm:spPr/>
    </dgm:pt>
    <dgm:pt modelId="{B1F86684-F956-4FAE-9E2B-04548DCD66C9}" type="pres">
      <dgm:prSet presAssocID="{CA487577-7458-4284-9BD9-BCB292EE8ABC}" presName="node" presStyleLbl="revTx" presStyleIdx="2" presStyleCnt="4">
        <dgm:presLayoutVars>
          <dgm:bulletEnabled val="1"/>
        </dgm:presLayoutVars>
      </dgm:prSet>
      <dgm:spPr/>
    </dgm:pt>
    <dgm:pt modelId="{AB0B7088-5297-4547-B3DB-8893934EEAF7}" type="pres">
      <dgm:prSet presAssocID="{25FB758C-F454-49F6-96CA-60D73E1DC951}" presName="sibTrans" presStyleLbl="node1" presStyleIdx="2" presStyleCnt="4"/>
      <dgm:spPr/>
    </dgm:pt>
    <dgm:pt modelId="{B9C7D403-22EB-431F-9F1C-EEAB014248B6}" type="pres">
      <dgm:prSet presAssocID="{78C8BF57-B6FD-4DFC-8657-AA861760450D}" presName="dummy" presStyleCnt="0"/>
      <dgm:spPr/>
    </dgm:pt>
    <dgm:pt modelId="{179C323D-9F0A-4475-A5BB-AC00550D5F79}" type="pres">
      <dgm:prSet presAssocID="{78C8BF57-B6FD-4DFC-8657-AA861760450D}" presName="node" presStyleLbl="revTx" presStyleIdx="3" presStyleCnt="4">
        <dgm:presLayoutVars>
          <dgm:bulletEnabled val="1"/>
        </dgm:presLayoutVars>
      </dgm:prSet>
      <dgm:spPr/>
    </dgm:pt>
    <dgm:pt modelId="{BAD144D8-DC02-4631-A7F5-B584CCC45239}" type="pres">
      <dgm:prSet presAssocID="{5E9DEE29-8547-4EED-A8D0-23A010CA2603}" presName="sibTrans" presStyleLbl="node1" presStyleIdx="3" presStyleCnt="4"/>
      <dgm:spPr/>
    </dgm:pt>
  </dgm:ptLst>
  <dgm:cxnLst>
    <dgm:cxn modelId="{AA131406-7437-46BF-A1D0-D432151C02B1}" type="presOf" srcId="{78C8BF57-B6FD-4DFC-8657-AA861760450D}" destId="{179C323D-9F0A-4475-A5BB-AC00550D5F79}" srcOrd="0" destOrd="0" presId="urn:microsoft.com/office/officeart/2005/8/layout/cycle1"/>
    <dgm:cxn modelId="{62AC1E19-969F-4F2D-99BC-BDCF4776E311}" type="presOf" srcId="{AB141F4A-F7DB-4BC7-BC88-53C48538FA4E}" destId="{DC145DEA-FD18-4945-8223-17CF9E30AECC}" srcOrd="0" destOrd="0" presId="urn:microsoft.com/office/officeart/2005/8/layout/cycle1"/>
    <dgm:cxn modelId="{EC4A973B-50C4-4105-A798-BE4244DC0A58}" srcId="{5F433C24-AAD4-4E66-948C-6CD474E4098D}" destId="{AB141F4A-F7DB-4BC7-BC88-53C48538FA4E}" srcOrd="0" destOrd="0" parTransId="{4B8B73FF-A9EB-40B7-90F8-28CB98E213DC}" sibTransId="{1F9C3614-290A-425F-B9E1-5ABC89909DF9}"/>
    <dgm:cxn modelId="{65788C3C-B404-4118-9D85-A4C83A7D3987}" type="presOf" srcId="{5E9DEE29-8547-4EED-A8D0-23A010CA2603}" destId="{BAD144D8-DC02-4631-A7F5-B584CCC45239}" srcOrd="0" destOrd="0" presId="urn:microsoft.com/office/officeart/2005/8/layout/cycle1"/>
    <dgm:cxn modelId="{FFCB6743-59C8-4638-BAF6-E36B0208BAEB}" type="presOf" srcId="{25FB758C-F454-49F6-96CA-60D73E1DC951}" destId="{AB0B7088-5297-4547-B3DB-8893934EEAF7}" srcOrd="0" destOrd="0" presId="urn:microsoft.com/office/officeart/2005/8/layout/cycle1"/>
    <dgm:cxn modelId="{2832B950-E259-4461-AD2D-A6BE4A18F57E}" type="presOf" srcId="{5F433C24-AAD4-4E66-948C-6CD474E4098D}" destId="{E7533861-A73E-4C02-B54F-0834A3C525D0}" srcOrd="0" destOrd="0" presId="urn:microsoft.com/office/officeart/2005/8/layout/cycle1"/>
    <dgm:cxn modelId="{F9D19EA4-B1A9-4A00-AB84-605D42515739}" srcId="{5F433C24-AAD4-4E66-948C-6CD474E4098D}" destId="{5B16C606-04EE-4CE1-B4AB-425773B62B2C}" srcOrd="1" destOrd="0" parTransId="{D410EDD2-67AF-4EA5-9786-7C7F0439D17B}" sibTransId="{35303393-C5F7-4839-B33F-0D67E3C7EECF}"/>
    <dgm:cxn modelId="{0D6FE9A9-E2C7-4748-94E4-AFFA62888736}" type="presOf" srcId="{1F9C3614-290A-425F-B9E1-5ABC89909DF9}" destId="{107AAD13-1801-4E9C-9ECD-BD6AB8EE94D3}" srcOrd="0" destOrd="0" presId="urn:microsoft.com/office/officeart/2005/8/layout/cycle1"/>
    <dgm:cxn modelId="{5974DCAE-E415-4AE7-9568-03942FC03419}" type="presOf" srcId="{CA487577-7458-4284-9BD9-BCB292EE8ABC}" destId="{B1F86684-F956-4FAE-9E2B-04548DCD66C9}" srcOrd="0" destOrd="0" presId="urn:microsoft.com/office/officeart/2005/8/layout/cycle1"/>
    <dgm:cxn modelId="{A435D2B0-4DAD-479C-8CF5-96669888154E}" srcId="{5F433C24-AAD4-4E66-948C-6CD474E4098D}" destId="{CA487577-7458-4284-9BD9-BCB292EE8ABC}" srcOrd="2" destOrd="0" parTransId="{13F4DC08-3640-420C-B721-FA7E679086D1}" sibTransId="{25FB758C-F454-49F6-96CA-60D73E1DC951}"/>
    <dgm:cxn modelId="{7BC277C4-D4FD-4349-9A26-C27A52A89C15}" srcId="{5F433C24-AAD4-4E66-948C-6CD474E4098D}" destId="{78C8BF57-B6FD-4DFC-8657-AA861760450D}" srcOrd="3" destOrd="0" parTransId="{88D0571D-AA66-4A61-B8CA-7164525FF993}" sibTransId="{5E9DEE29-8547-4EED-A8D0-23A010CA2603}"/>
    <dgm:cxn modelId="{C7C115DD-BA39-4105-B868-2AAE755D83B7}" type="presOf" srcId="{5B16C606-04EE-4CE1-B4AB-425773B62B2C}" destId="{A3516108-6A22-4759-AFF3-B8A849C69DC0}" srcOrd="0" destOrd="0" presId="urn:microsoft.com/office/officeart/2005/8/layout/cycle1"/>
    <dgm:cxn modelId="{F4CD4DED-7427-4369-A2F7-5074280E95FF}" type="presOf" srcId="{35303393-C5F7-4839-B33F-0D67E3C7EECF}" destId="{8D56E34D-F807-457F-ABE5-70BFEBFD7181}" srcOrd="0" destOrd="0" presId="urn:microsoft.com/office/officeart/2005/8/layout/cycle1"/>
    <dgm:cxn modelId="{DF9F3A52-B9C2-4F31-8AB4-E31047BC6F4E}" type="presParOf" srcId="{E7533861-A73E-4C02-B54F-0834A3C525D0}" destId="{292EE4DB-4878-4107-8B37-6A37081C2D04}" srcOrd="0" destOrd="0" presId="urn:microsoft.com/office/officeart/2005/8/layout/cycle1"/>
    <dgm:cxn modelId="{BE8431EE-6676-45F5-8511-EBB8E6E89BAC}" type="presParOf" srcId="{E7533861-A73E-4C02-B54F-0834A3C525D0}" destId="{DC145DEA-FD18-4945-8223-17CF9E30AECC}" srcOrd="1" destOrd="0" presId="urn:microsoft.com/office/officeart/2005/8/layout/cycle1"/>
    <dgm:cxn modelId="{4FA9FA25-EAF1-4AF6-9BE3-F703825EA2D9}" type="presParOf" srcId="{E7533861-A73E-4C02-B54F-0834A3C525D0}" destId="{107AAD13-1801-4E9C-9ECD-BD6AB8EE94D3}" srcOrd="2" destOrd="0" presId="urn:microsoft.com/office/officeart/2005/8/layout/cycle1"/>
    <dgm:cxn modelId="{025C9649-EF72-4423-BB63-38FA222D22EE}" type="presParOf" srcId="{E7533861-A73E-4C02-B54F-0834A3C525D0}" destId="{3B52DD14-B48D-46CA-A1CA-7F5D4C37FA05}" srcOrd="3" destOrd="0" presId="urn:microsoft.com/office/officeart/2005/8/layout/cycle1"/>
    <dgm:cxn modelId="{2B180EA3-3EA3-4250-BE64-E6A125317358}" type="presParOf" srcId="{E7533861-A73E-4C02-B54F-0834A3C525D0}" destId="{A3516108-6A22-4759-AFF3-B8A849C69DC0}" srcOrd="4" destOrd="0" presId="urn:microsoft.com/office/officeart/2005/8/layout/cycle1"/>
    <dgm:cxn modelId="{0B1009D7-D9EC-4B88-B63C-B93A9DF5664C}" type="presParOf" srcId="{E7533861-A73E-4C02-B54F-0834A3C525D0}" destId="{8D56E34D-F807-457F-ABE5-70BFEBFD7181}" srcOrd="5" destOrd="0" presId="urn:microsoft.com/office/officeart/2005/8/layout/cycle1"/>
    <dgm:cxn modelId="{354D89D4-867D-4872-9877-AF12DE56D00B}" type="presParOf" srcId="{E7533861-A73E-4C02-B54F-0834A3C525D0}" destId="{95B6E5C0-8D29-44B4-8620-4D2C0C7AA164}" srcOrd="6" destOrd="0" presId="urn:microsoft.com/office/officeart/2005/8/layout/cycle1"/>
    <dgm:cxn modelId="{B6CA60A4-7454-4A94-8A77-4B11EDC96E2C}" type="presParOf" srcId="{E7533861-A73E-4C02-B54F-0834A3C525D0}" destId="{B1F86684-F956-4FAE-9E2B-04548DCD66C9}" srcOrd="7" destOrd="0" presId="urn:microsoft.com/office/officeart/2005/8/layout/cycle1"/>
    <dgm:cxn modelId="{BA9C43BF-121D-4492-95C7-DD8D25979B57}" type="presParOf" srcId="{E7533861-A73E-4C02-B54F-0834A3C525D0}" destId="{AB0B7088-5297-4547-B3DB-8893934EEAF7}" srcOrd="8" destOrd="0" presId="urn:microsoft.com/office/officeart/2005/8/layout/cycle1"/>
    <dgm:cxn modelId="{AD0554EC-DA81-467D-A663-AAAA4B832A97}" type="presParOf" srcId="{E7533861-A73E-4C02-B54F-0834A3C525D0}" destId="{B9C7D403-22EB-431F-9F1C-EEAB014248B6}" srcOrd="9" destOrd="0" presId="urn:microsoft.com/office/officeart/2005/8/layout/cycle1"/>
    <dgm:cxn modelId="{723C7DFB-6255-4284-8CAB-513EE210DB24}" type="presParOf" srcId="{E7533861-A73E-4C02-B54F-0834A3C525D0}" destId="{179C323D-9F0A-4475-A5BB-AC00550D5F79}" srcOrd="10" destOrd="0" presId="urn:microsoft.com/office/officeart/2005/8/layout/cycle1"/>
    <dgm:cxn modelId="{A930D5F5-0D58-4A83-9995-EEF3F46C8D98}" type="presParOf" srcId="{E7533861-A73E-4C02-B54F-0834A3C525D0}" destId="{BAD144D8-DC02-4631-A7F5-B584CCC45239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F7D662-38AC-4CEC-9E13-4FCA51621743}" type="doc">
      <dgm:prSet loTypeId="urn:microsoft.com/office/officeart/2005/8/layout/hProcess11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0E9A6C46-E6F2-487C-A22F-E3F3B697BEA7}">
      <dgm:prSet/>
      <dgm:spPr/>
      <dgm:t>
        <a:bodyPr/>
        <a:lstStyle/>
        <a:p>
          <a:pPr rtl="0"/>
          <a:r>
            <a:rPr lang="es-PE"/>
            <a:t>Implementación de un sistema web para la rendición de cuentas.</a:t>
          </a:r>
          <a:endParaRPr lang="es-ES"/>
        </a:p>
      </dgm:t>
    </dgm:pt>
    <dgm:pt modelId="{4B7F546A-1625-4339-B21D-E4AC6935B6F6}" type="parTrans" cxnId="{7CEF8162-82C2-49E3-8963-00F0CE615393}">
      <dgm:prSet/>
      <dgm:spPr/>
      <dgm:t>
        <a:bodyPr/>
        <a:lstStyle/>
        <a:p>
          <a:endParaRPr lang="es-PE"/>
        </a:p>
      </dgm:t>
    </dgm:pt>
    <dgm:pt modelId="{8A2147DB-AF8A-4AAD-9C67-1B562D2A78CB}" type="sibTrans" cxnId="{7CEF8162-82C2-49E3-8963-00F0CE615393}">
      <dgm:prSet/>
      <dgm:spPr/>
      <dgm:t>
        <a:bodyPr/>
        <a:lstStyle/>
        <a:p>
          <a:endParaRPr lang="es-PE"/>
        </a:p>
      </dgm:t>
    </dgm:pt>
    <dgm:pt modelId="{ACD57BCB-EB3C-44BF-AD50-0475C938DD78}">
      <dgm:prSet/>
      <dgm:spPr/>
      <dgm:t>
        <a:bodyPr/>
        <a:lstStyle/>
        <a:p>
          <a:pPr rtl="0"/>
          <a:r>
            <a:rPr lang="es-PE"/>
            <a:t>Validación de la información en el momento del registro.</a:t>
          </a:r>
          <a:endParaRPr lang="es-ES"/>
        </a:p>
      </dgm:t>
    </dgm:pt>
    <dgm:pt modelId="{CF83428F-6287-40F8-BAFF-266B85D9E41D}" type="parTrans" cxnId="{922A4326-9480-4394-BA67-664CFC0DCC05}">
      <dgm:prSet/>
      <dgm:spPr/>
      <dgm:t>
        <a:bodyPr/>
        <a:lstStyle/>
        <a:p>
          <a:endParaRPr lang="es-PE"/>
        </a:p>
      </dgm:t>
    </dgm:pt>
    <dgm:pt modelId="{3A85FBC1-8DB1-4241-8FD4-F06442DCEC2F}" type="sibTrans" cxnId="{922A4326-9480-4394-BA67-664CFC0DCC05}">
      <dgm:prSet/>
      <dgm:spPr/>
      <dgm:t>
        <a:bodyPr/>
        <a:lstStyle/>
        <a:p>
          <a:endParaRPr lang="es-PE"/>
        </a:p>
      </dgm:t>
    </dgm:pt>
    <dgm:pt modelId="{ED042D74-1EC9-4418-A7BC-75A58FE9605C}">
      <dgm:prSet/>
      <dgm:spPr/>
      <dgm:t>
        <a:bodyPr/>
        <a:lstStyle/>
        <a:p>
          <a:pPr rtl="0"/>
          <a:r>
            <a:rPr lang="es-PE"/>
            <a:t>Guía al usuario mediante reglas de negocio y controles.</a:t>
          </a:r>
          <a:endParaRPr lang="es-ES"/>
        </a:p>
      </dgm:t>
    </dgm:pt>
    <dgm:pt modelId="{720998C3-1271-40C0-AC1A-F0772367B991}" type="parTrans" cxnId="{D0096D09-79D4-4388-AC71-B7106312A1D6}">
      <dgm:prSet/>
      <dgm:spPr/>
      <dgm:t>
        <a:bodyPr/>
        <a:lstStyle/>
        <a:p>
          <a:endParaRPr lang="es-PE"/>
        </a:p>
      </dgm:t>
    </dgm:pt>
    <dgm:pt modelId="{6177CD36-A6E1-4D0B-8A22-80578CEC83C8}" type="sibTrans" cxnId="{D0096D09-79D4-4388-AC71-B7106312A1D6}">
      <dgm:prSet/>
      <dgm:spPr/>
      <dgm:t>
        <a:bodyPr/>
        <a:lstStyle/>
        <a:p>
          <a:endParaRPr lang="es-PE"/>
        </a:p>
      </dgm:t>
    </dgm:pt>
    <dgm:pt modelId="{660A27AA-8C2A-461B-B4A6-5EABE5377D7F}">
      <dgm:prSet/>
      <dgm:spPr/>
      <dgm:t>
        <a:bodyPr/>
        <a:lstStyle/>
        <a:p>
          <a:pPr rtl="0"/>
          <a:r>
            <a:rPr lang="es-PE"/>
            <a:t>Registro, revisión y envío de rendiciones de forma rápida y segura.</a:t>
          </a:r>
          <a:endParaRPr lang="es-ES"/>
        </a:p>
      </dgm:t>
    </dgm:pt>
    <dgm:pt modelId="{62ADBCD8-37BD-4AA2-A71E-AF78FABD2042}" type="parTrans" cxnId="{B7D07EEC-8B46-4347-AFB8-EBA08B5DC10C}">
      <dgm:prSet/>
      <dgm:spPr/>
      <dgm:t>
        <a:bodyPr/>
        <a:lstStyle/>
        <a:p>
          <a:endParaRPr lang="es-PE"/>
        </a:p>
      </dgm:t>
    </dgm:pt>
    <dgm:pt modelId="{D6DE4C04-C60C-463E-AF22-2369D97DA7BC}" type="sibTrans" cxnId="{B7D07EEC-8B46-4347-AFB8-EBA08B5DC10C}">
      <dgm:prSet/>
      <dgm:spPr/>
      <dgm:t>
        <a:bodyPr/>
        <a:lstStyle/>
        <a:p>
          <a:endParaRPr lang="es-PE"/>
        </a:p>
      </dgm:t>
    </dgm:pt>
    <dgm:pt modelId="{F5ABAE31-E68E-4457-BDEF-988D63E524DA}">
      <dgm:prSet/>
      <dgm:spPr/>
      <dgm:t>
        <a:bodyPr/>
        <a:lstStyle/>
        <a:p>
          <a:pPr rtl="0"/>
          <a:r>
            <a:rPr lang="es-PE"/>
            <a:t>Cobertura de todo el flujo, desde el ingreso hasta la validación final.</a:t>
          </a:r>
          <a:endParaRPr lang="es-ES"/>
        </a:p>
      </dgm:t>
    </dgm:pt>
    <dgm:pt modelId="{C2DC5A7A-9C97-489C-8428-386276546428}" type="parTrans" cxnId="{03FB8FB0-D80A-422B-BEA5-12FB60D45281}">
      <dgm:prSet/>
      <dgm:spPr/>
      <dgm:t>
        <a:bodyPr/>
        <a:lstStyle/>
        <a:p>
          <a:endParaRPr lang="es-PE"/>
        </a:p>
      </dgm:t>
    </dgm:pt>
    <dgm:pt modelId="{8BAAF9AB-40AB-4CF8-B1E0-A83B0585BD62}" type="sibTrans" cxnId="{03FB8FB0-D80A-422B-BEA5-12FB60D45281}">
      <dgm:prSet/>
      <dgm:spPr/>
      <dgm:t>
        <a:bodyPr/>
        <a:lstStyle/>
        <a:p>
          <a:endParaRPr lang="es-PE"/>
        </a:p>
      </dgm:t>
    </dgm:pt>
    <dgm:pt modelId="{F5D84274-D53E-4C38-B1C7-B1DFB4D35897}" type="pres">
      <dgm:prSet presAssocID="{0CF7D662-38AC-4CEC-9E13-4FCA51621743}" presName="Name0" presStyleCnt="0">
        <dgm:presLayoutVars>
          <dgm:dir/>
          <dgm:resizeHandles val="exact"/>
        </dgm:presLayoutVars>
      </dgm:prSet>
      <dgm:spPr/>
    </dgm:pt>
    <dgm:pt modelId="{BC99B220-319C-4D57-90DD-B6924249B703}" type="pres">
      <dgm:prSet presAssocID="{0CF7D662-38AC-4CEC-9E13-4FCA51621743}" presName="arrow" presStyleLbl="bgShp" presStyleIdx="0" presStyleCnt="1"/>
      <dgm:spPr/>
    </dgm:pt>
    <dgm:pt modelId="{0D9F0FE0-85A5-4690-81A8-7BDB2C6B4F50}" type="pres">
      <dgm:prSet presAssocID="{0CF7D662-38AC-4CEC-9E13-4FCA51621743}" presName="points" presStyleCnt="0"/>
      <dgm:spPr/>
    </dgm:pt>
    <dgm:pt modelId="{896DC336-A498-4ACC-9A79-C7F9FB052D0A}" type="pres">
      <dgm:prSet presAssocID="{0E9A6C46-E6F2-487C-A22F-E3F3B697BEA7}" presName="compositeA" presStyleCnt="0"/>
      <dgm:spPr/>
    </dgm:pt>
    <dgm:pt modelId="{58F2C63F-EF42-4AEC-A717-A244517BD4AD}" type="pres">
      <dgm:prSet presAssocID="{0E9A6C46-E6F2-487C-A22F-E3F3B697BEA7}" presName="textA" presStyleLbl="revTx" presStyleIdx="0" presStyleCnt="5">
        <dgm:presLayoutVars>
          <dgm:bulletEnabled val="1"/>
        </dgm:presLayoutVars>
      </dgm:prSet>
      <dgm:spPr/>
    </dgm:pt>
    <dgm:pt modelId="{9F31ADAE-9A4E-41E5-9EC2-023D4F76D43D}" type="pres">
      <dgm:prSet presAssocID="{0E9A6C46-E6F2-487C-A22F-E3F3B697BEA7}" presName="circleA" presStyleLbl="node1" presStyleIdx="0" presStyleCnt="5"/>
      <dgm:spPr/>
    </dgm:pt>
    <dgm:pt modelId="{4648091F-86CA-456A-A572-B7631EBF4145}" type="pres">
      <dgm:prSet presAssocID="{0E9A6C46-E6F2-487C-A22F-E3F3B697BEA7}" presName="spaceA" presStyleCnt="0"/>
      <dgm:spPr/>
    </dgm:pt>
    <dgm:pt modelId="{59F2D7BB-6629-4910-9A14-81E3FDE825F0}" type="pres">
      <dgm:prSet presAssocID="{8A2147DB-AF8A-4AAD-9C67-1B562D2A78CB}" presName="space" presStyleCnt="0"/>
      <dgm:spPr/>
    </dgm:pt>
    <dgm:pt modelId="{E55D8607-1D69-428D-BAB4-F04CBB730AE7}" type="pres">
      <dgm:prSet presAssocID="{ACD57BCB-EB3C-44BF-AD50-0475C938DD78}" presName="compositeB" presStyleCnt="0"/>
      <dgm:spPr/>
    </dgm:pt>
    <dgm:pt modelId="{6B851B70-CE14-4731-A367-7A6AE293CE49}" type="pres">
      <dgm:prSet presAssocID="{ACD57BCB-EB3C-44BF-AD50-0475C938DD78}" presName="textB" presStyleLbl="revTx" presStyleIdx="1" presStyleCnt="5">
        <dgm:presLayoutVars>
          <dgm:bulletEnabled val="1"/>
        </dgm:presLayoutVars>
      </dgm:prSet>
      <dgm:spPr/>
    </dgm:pt>
    <dgm:pt modelId="{FEF0DFE3-8D9B-4BB6-A191-6D8134FD24F8}" type="pres">
      <dgm:prSet presAssocID="{ACD57BCB-EB3C-44BF-AD50-0475C938DD78}" presName="circleB" presStyleLbl="node1" presStyleIdx="1" presStyleCnt="5"/>
      <dgm:spPr/>
    </dgm:pt>
    <dgm:pt modelId="{F15DB113-1E35-45B9-9E1C-4ECFC64E05AE}" type="pres">
      <dgm:prSet presAssocID="{ACD57BCB-EB3C-44BF-AD50-0475C938DD78}" presName="spaceB" presStyleCnt="0"/>
      <dgm:spPr/>
    </dgm:pt>
    <dgm:pt modelId="{D7F6F2AD-CFA4-462F-A56F-3E01D945F49B}" type="pres">
      <dgm:prSet presAssocID="{3A85FBC1-8DB1-4241-8FD4-F06442DCEC2F}" presName="space" presStyleCnt="0"/>
      <dgm:spPr/>
    </dgm:pt>
    <dgm:pt modelId="{DFC08EE2-0639-4DFE-98DD-453DB2BED6F4}" type="pres">
      <dgm:prSet presAssocID="{ED042D74-1EC9-4418-A7BC-75A58FE9605C}" presName="compositeA" presStyleCnt="0"/>
      <dgm:spPr/>
    </dgm:pt>
    <dgm:pt modelId="{781FCF42-F741-4D36-817C-6BF0A674F3F9}" type="pres">
      <dgm:prSet presAssocID="{ED042D74-1EC9-4418-A7BC-75A58FE9605C}" presName="textA" presStyleLbl="revTx" presStyleIdx="2" presStyleCnt="5">
        <dgm:presLayoutVars>
          <dgm:bulletEnabled val="1"/>
        </dgm:presLayoutVars>
      </dgm:prSet>
      <dgm:spPr/>
    </dgm:pt>
    <dgm:pt modelId="{5EF4BE91-D091-4B70-ABEA-E19179383736}" type="pres">
      <dgm:prSet presAssocID="{ED042D74-1EC9-4418-A7BC-75A58FE9605C}" presName="circleA" presStyleLbl="node1" presStyleIdx="2" presStyleCnt="5"/>
      <dgm:spPr/>
    </dgm:pt>
    <dgm:pt modelId="{BEC9A974-5FDD-4C5C-9D79-CAEF83937AB7}" type="pres">
      <dgm:prSet presAssocID="{ED042D74-1EC9-4418-A7BC-75A58FE9605C}" presName="spaceA" presStyleCnt="0"/>
      <dgm:spPr/>
    </dgm:pt>
    <dgm:pt modelId="{C2451533-ABBC-4D89-94B2-03E3680C4F6B}" type="pres">
      <dgm:prSet presAssocID="{6177CD36-A6E1-4D0B-8A22-80578CEC83C8}" presName="space" presStyleCnt="0"/>
      <dgm:spPr/>
    </dgm:pt>
    <dgm:pt modelId="{CDB38D81-30B9-4809-B799-58BF511C7641}" type="pres">
      <dgm:prSet presAssocID="{660A27AA-8C2A-461B-B4A6-5EABE5377D7F}" presName="compositeB" presStyleCnt="0"/>
      <dgm:spPr/>
    </dgm:pt>
    <dgm:pt modelId="{1DFF5B52-4AEE-4B96-AD77-DDB37E976276}" type="pres">
      <dgm:prSet presAssocID="{660A27AA-8C2A-461B-B4A6-5EABE5377D7F}" presName="textB" presStyleLbl="revTx" presStyleIdx="3" presStyleCnt="5">
        <dgm:presLayoutVars>
          <dgm:bulletEnabled val="1"/>
        </dgm:presLayoutVars>
      </dgm:prSet>
      <dgm:spPr/>
    </dgm:pt>
    <dgm:pt modelId="{9B3DA8AC-597B-44DF-9380-F7E883DE9D3A}" type="pres">
      <dgm:prSet presAssocID="{660A27AA-8C2A-461B-B4A6-5EABE5377D7F}" presName="circleB" presStyleLbl="node1" presStyleIdx="3" presStyleCnt="5"/>
      <dgm:spPr/>
    </dgm:pt>
    <dgm:pt modelId="{D416FEBF-E221-4E41-9B2F-58F68D76909A}" type="pres">
      <dgm:prSet presAssocID="{660A27AA-8C2A-461B-B4A6-5EABE5377D7F}" presName="spaceB" presStyleCnt="0"/>
      <dgm:spPr/>
    </dgm:pt>
    <dgm:pt modelId="{E93565EB-2012-4B16-A547-4AF47897EDD5}" type="pres">
      <dgm:prSet presAssocID="{D6DE4C04-C60C-463E-AF22-2369D97DA7BC}" presName="space" presStyleCnt="0"/>
      <dgm:spPr/>
    </dgm:pt>
    <dgm:pt modelId="{64CCAEB7-DE89-4AFD-8F57-DB3DB0436340}" type="pres">
      <dgm:prSet presAssocID="{F5ABAE31-E68E-4457-BDEF-988D63E524DA}" presName="compositeA" presStyleCnt="0"/>
      <dgm:spPr/>
    </dgm:pt>
    <dgm:pt modelId="{0937864B-8340-454A-A515-4D7D9EEB0841}" type="pres">
      <dgm:prSet presAssocID="{F5ABAE31-E68E-4457-BDEF-988D63E524DA}" presName="textA" presStyleLbl="revTx" presStyleIdx="4" presStyleCnt="5">
        <dgm:presLayoutVars>
          <dgm:bulletEnabled val="1"/>
        </dgm:presLayoutVars>
      </dgm:prSet>
      <dgm:spPr/>
    </dgm:pt>
    <dgm:pt modelId="{A6750539-A8C4-4887-89AC-F666F6A61CC3}" type="pres">
      <dgm:prSet presAssocID="{F5ABAE31-E68E-4457-BDEF-988D63E524DA}" presName="circleA" presStyleLbl="node1" presStyleIdx="4" presStyleCnt="5"/>
      <dgm:spPr/>
    </dgm:pt>
    <dgm:pt modelId="{CB10ABCE-E507-4B45-820D-31628822FFA6}" type="pres">
      <dgm:prSet presAssocID="{F5ABAE31-E68E-4457-BDEF-988D63E524DA}" presName="spaceA" presStyleCnt="0"/>
      <dgm:spPr/>
    </dgm:pt>
  </dgm:ptLst>
  <dgm:cxnLst>
    <dgm:cxn modelId="{D0096D09-79D4-4388-AC71-B7106312A1D6}" srcId="{0CF7D662-38AC-4CEC-9E13-4FCA51621743}" destId="{ED042D74-1EC9-4418-A7BC-75A58FE9605C}" srcOrd="2" destOrd="0" parTransId="{720998C3-1271-40C0-AC1A-F0772367B991}" sibTransId="{6177CD36-A6E1-4D0B-8A22-80578CEC83C8}"/>
    <dgm:cxn modelId="{922A4326-9480-4394-BA67-664CFC0DCC05}" srcId="{0CF7D662-38AC-4CEC-9E13-4FCA51621743}" destId="{ACD57BCB-EB3C-44BF-AD50-0475C938DD78}" srcOrd="1" destOrd="0" parTransId="{CF83428F-6287-40F8-BAFF-266B85D9E41D}" sibTransId="{3A85FBC1-8DB1-4241-8FD4-F06442DCEC2F}"/>
    <dgm:cxn modelId="{674BE038-082E-4608-B66E-5510E1C6004D}" type="presOf" srcId="{ED042D74-1EC9-4418-A7BC-75A58FE9605C}" destId="{781FCF42-F741-4D36-817C-6BF0A674F3F9}" srcOrd="0" destOrd="0" presId="urn:microsoft.com/office/officeart/2005/8/layout/hProcess11"/>
    <dgm:cxn modelId="{7CEF8162-82C2-49E3-8963-00F0CE615393}" srcId="{0CF7D662-38AC-4CEC-9E13-4FCA51621743}" destId="{0E9A6C46-E6F2-487C-A22F-E3F3B697BEA7}" srcOrd="0" destOrd="0" parTransId="{4B7F546A-1625-4339-B21D-E4AC6935B6F6}" sibTransId="{8A2147DB-AF8A-4AAD-9C67-1B562D2A78CB}"/>
    <dgm:cxn modelId="{0AB5BE68-CC0D-4CBF-80E4-5321F5DCB66E}" type="presOf" srcId="{0CF7D662-38AC-4CEC-9E13-4FCA51621743}" destId="{F5D84274-D53E-4C38-B1C7-B1DFB4D35897}" srcOrd="0" destOrd="0" presId="urn:microsoft.com/office/officeart/2005/8/layout/hProcess11"/>
    <dgm:cxn modelId="{74CBD578-945F-423E-8C2A-491EA42FC76C}" type="presOf" srcId="{0E9A6C46-E6F2-487C-A22F-E3F3B697BEA7}" destId="{58F2C63F-EF42-4AEC-A717-A244517BD4AD}" srcOrd="0" destOrd="0" presId="urn:microsoft.com/office/officeart/2005/8/layout/hProcess11"/>
    <dgm:cxn modelId="{521EF092-5B5C-48DE-8607-CEFECAABD766}" type="presOf" srcId="{ACD57BCB-EB3C-44BF-AD50-0475C938DD78}" destId="{6B851B70-CE14-4731-A367-7A6AE293CE49}" srcOrd="0" destOrd="0" presId="urn:microsoft.com/office/officeart/2005/8/layout/hProcess11"/>
    <dgm:cxn modelId="{03FB8FB0-D80A-422B-BEA5-12FB60D45281}" srcId="{0CF7D662-38AC-4CEC-9E13-4FCA51621743}" destId="{F5ABAE31-E68E-4457-BDEF-988D63E524DA}" srcOrd="4" destOrd="0" parTransId="{C2DC5A7A-9C97-489C-8428-386276546428}" sibTransId="{8BAAF9AB-40AB-4CF8-B1E0-A83B0585BD62}"/>
    <dgm:cxn modelId="{4C0A19CD-CBBC-4B75-A14F-08BFDBEB2266}" type="presOf" srcId="{660A27AA-8C2A-461B-B4A6-5EABE5377D7F}" destId="{1DFF5B52-4AEE-4B96-AD77-DDB37E976276}" srcOrd="0" destOrd="0" presId="urn:microsoft.com/office/officeart/2005/8/layout/hProcess11"/>
    <dgm:cxn modelId="{1E4936EA-A3FD-41B4-9FA5-4B1D7AE526A1}" type="presOf" srcId="{F5ABAE31-E68E-4457-BDEF-988D63E524DA}" destId="{0937864B-8340-454A-A515-4D7D9EEB0841}" srcOrd="0" destOrd="0" presId="urn:microsoft.com/office/officeart/2005/8/layout/hProcess11"/>
    <dgm:cxn modelId="{B7D07EEC-8B46-4347-AFB8-EBA08B5DC10C}" srcId="{0CF7D662-38AC-4CEC-9E13-4FCA51621743}" destId="{660A27AA-8C2A-461B-B4A6-5EABE5377D7F}" srcOrd="3" destOrd="0" parTransId="{62ADBCD8-37BD-4AA2-A71E-AF78FABD2042}" sibTransId="{D6DE4C04-C60C-463E-AF22-2369D97DA7BC}"/>
    <dgm:cxn modelId="{EB480721-9821-40F4-AC87-8EB63C5EE4DA}" type="presParOf" srcId="{F5D84274-D53E-4C38-B1C7-B1DFB4D35897}" destId="{BC99B220-319C-4D57-90DD-B6924249B703}" srcOrd="0" destOrd="0" presId="urn:microsoft.com/office/officeart/2005/8/layout/hProcess11"/>
    <dgm:cxn modelId="{257108F9-D57D-4641-9D27-49EBF2863EBD}" type="presParOf" srcId="{F5D84274-D53E-4C38-B1C7-B1DFB4D35897}" destId="{0D9F0FE0-85A5-4690-81A8-7BDB2C6B4F50}" srcOrd="1" destOrd="0" presId="urn:microsoft.com/office/officeart/2005/8/layout/hProcess11"/>
    <dgm:cxn modelId="{EA89862E-C533-4310-9F2D-F4780AFB0AAD}" type="presParOf" srcId="{0D9F0FE0-85A5-4690-81A8-7BDB2C6B4F50}" destId="{896DC336-A498-4ACC-9A79-C7F9FB052D0A}" srcOrd="0" destOrd="0" presId="urn:microsoft.com/office/officeart/2005/8/layout/hProcess11"/>
    <dgm:cxn modelId="{4BCBEB8F-0483-4005-B5D8-03E24184FC9B}" type="presParOf" srcId="{896DC336-A498-4ACC-9A79-C7F9FB052D0A}" destId="{58F2C63F-EF42-4AEC-A717-A244517BD4AD}" srcOrd="0" destOrd="0" presId="urn:microsoft.com/office/officeart/2005/8/layout/hProcess11"/>
    <dgm:cxn modelId="{5A77F8FB-116F-47AC-8309-4880A3E1A968}" type="presParOf" srcId="{896DC336-A498-4ACC-9A79-C7F9FB052D0A}" destId="{9F31ADAE-9A4E-41E5-9EC2-023D4F76D43D}" srcOrd="1" destOrd="0" presId="urn:microsoft.com/office/officeart/2005/8/layout/hProcess11"/>
    <dgm:cxn modelId="{9A9646E3-6981-4B62-B84D-0CF22BA2FF8B}" type="presParOf" srcId="{896DC336-A498-4ACC-9A79-C7F9FB052D0A}" destId="{4648091F-86CA-456A-A572-B7631EBF4145}" srcOrd="2" destOrd="0" presId="urn:microsoft.com/office/officeart/2005/8/layout/hProcess11"/>
    <dgm:cxn modelId="{BB8CB5AD-579A-4296-ABD6-19F9D085BC12}" type="presParOf" srcId="{0D9F0FE0-85A5-4690-81A8-7BDB2C6B4F50}" destId="{59F2D7BB-6629-4910-9A14-81E3FDE825F0}" srcOrd="1" destOrd="0" presId="urn:microsoft.com/office/officeart/2005/8/layout/hProcess11"/>
    <dgm:cxn modelId="{8490E140-3910-4983-A494-C4FAA6B0B062}" type="presParOf" srcId="{0D9F0FE0-85A5-4690-81A8-7BDB2C6B4F50}" destId="{E55D8607-1D69-428D-BAB4-F04CBB730AE7}" srcOrd="2" destOrd="0" presId="urn:microsoft.com/office/officeart/2005/8/layout/hProcess11"/>
    <dgm:cxn modelId="{2B88D23E-73E7-4085-A09C-76857C40342C}" type="presParOf" srcId="{E55D8607-1D69-428D-BAB4-F04CBB730AE7}" destId="{6B851B70-CE14-4731-A367-7A6AE293CE49}" srcOrd="0" destOrd="0" presId="urn:microsoft.com/office/officeart/2005/8/layout/hProcess11"/>
    <dgm:cxn modelId="{EB611E16-FFF5-448B-B7AA-9CB80A853FCA}" type="presParOf" srcId="{E55D8607-1D69-428D-BAB4-F04CBB730AE7}" destId="{FEF0DFE3-8D9B-4BB6-A191-6D8134FD24F8}" srcOrd="1" destOrd="0" presId="urn:microsoft.com/office/officeart/2005/8/layout/hProcess11"/>
    <dgm:cxn modelId="{05B1BD48-5920-4223-9E13-E2ECAB888590}" type="presParOf" srcId="{E55D8607-1D69-428D-BAB4-F04CBB730AE7}" destId="{F15DB113-1E35-45B9-9E1C-4ECFC64E05AE}" srcOrd="2" destOrd="0" presId="urn:microsoft.com/office/officeart/2005/8/layout/hProcess11"/>
    <dgm:cxn modelId="{C2326736-B8BA-497E-B866-6C6D25AF683C}" type="presParOf" srcId="{0D9F0FE0-85A5-4690-81A8-7BDB2C6B4F50}" destId="{D7F6F2AD-CFA4-462F-A56F-3E01D945F49B}" srcOrd="3" destOrd="0" presId="urn:microsoft.com/office/officeart/2005/8/layout/hProcess11"/>
    <dgm:cxn modelId="{54BF5DA4-F95F-45BC-ACBA-AA43A7170571}" type="presParOf" srcId="{0D9F0FE0-85A5-4690-81A8-7BDB2C6B4F50}" destId="{DFC08EE2-0639-4DFE-98DD-453DB2BED6F4}" srcOrd="4" destOrd="0" presId="urn:microsoft.com/office/officeart/2005/8/layout/hProcess11"/>
    <dgm:cxn modelId="{CF024C6C-B6B3-4484-B105-E08A642C9872}" type="presParOf" srcId="{DFC08EE2-0639-4DFE-98DD-453DB2BED6F4}" destId="{781FCF42-F741-4D36-817C-6BF0A674F3F9}" srcOrd="0" destOrd="0" presId="urn:microsoft.com/office/officeart/2005/8/layout/hProcess11"/>
    <dgm:cxn modelId="{731C4849-FCA2-4C81-BD7B-A82FE9292364}" type="presParOf" srcId="{DFC08EE2-0639-4DFE-98DD-453DB2BED6F4}" destId="{5EF4BE91-D091-4B70-ABEA-E19179383736}" srcOrd="1" destOrd="0" presId="urn:microsoft.com/office/officeart/2005/8/layout/hProcess11"/>
    <dgm:cxn modelId="{F40C2D8A-93F8-4DAF-B8FA-5FD21B0E7CC3}" type="presParOf" srcId="{DFC08EE2-0639-4DFE-98DD-453DB2BED6F4}" destId="{BEC9A974-5FDD-4C5C-9D79-CAEF83937AB7}" srcOrd="2" destOrd="0" presId="urn:microsoft.com/office/officeart/2005/8/layout/hProcess11"/>
    <dgm:cxn modelId="{FD20A568-87E4-4928-9477-7847956DD49B}" type="presParOf" srcId="{0D9F0FE0-85A5-4690-81A8-7BDB2C6B4F50}" destId="{C2451533-ABBC-4D89-94B2-03E3680C4F6B}" srcOrd="5" destOrd="0" presId="urn:microsoft.com/office/officeart/2005/8/layout/hProcess11"/>
    <dgm:cxn modelId="{FAF5F954-BC5D-4F1B-AB82-909FB859C266}" type="presParOf" srcId="{0D9F0FE0-85A5-4690-81A8-7BDB2C6B4F50}" destId="{CDB38D81-30B9-4809-B799-58BF511C7641}" srcOrd="6" destOrd="0" presId="urn:microsoft.com/office/officeart/2005/8/layout/hProcess11"/>
    <dgm:cxn modelId="{26E05BAD-8B01-4549-83CE-6B522C17B7D1}" type="presParOf" srcId="{CDB38D81-30B9-4809-B799-58BF511C7641}" destId="{1DFF5B52-4AEE-4B96-AD77-DDB37E976276}" srcOrd="0" destOrd="0" presId="urn:microsoft.com/office/officeart/2005/8/layout/hProcess11"/>
    <dgm:cxn modelId="{4D1711A0-E7F8-4BF1-A9C6-79EF85F92F84}" type="presParOf" srcId="{CDB38D81-30B9-4809-B799-58BF511C7641}" destId="{9B3DA8AC-597B-44DF-9380-F7E883DE9D3A}" srcOrd="1" destOrd="0" presId="urn:microsoft.com/office/officeart/2005/8/layout/hProcess11"/>
    <dgm:cxn modelId="{D3F40684-71E2-4D2E-A499-505583EC8BCC}" type="presParOf" srcId="{CDB38D81-30B9-4809-B799-58BF511C7641}" destId="{D416FEBF-E221-4E41-9B2F-58F68D76909A}" srcOrd="2" destOrd="0" presId="urn:microsoft.com/office/officeart/2005/8/layout/hProcess11"/>
    <dgm:cxn modelId="{8C59C127-AB7C-489A-9E6A-06CBC61ADEFB}" type="presParOf" srcId="{0D9F0FE0-85A5-4690-81A8-7BDB2C6B4F50}" destId="{E93565EB-2012-4B16-A547-4AF47897EDD5}" srcOrd="7" destOrd="0" presId="urn:microsoft.com/office/officeart/2005/8/layout/hProcess11"/>
    <dgm:cxn modelId="{22F60EC6-D999-455E-BAD8-6E55A6A9291A}" type="presParOf" srcId="{0D9F0FE0-85A5-4690-81A8-7BDB2C6B4F50}" destId="{64CCAEB7-DE89-4AFD-8F57-DB3DB0436340}" srcOrd="8" destOrd="0" presId="urn:microsoft.com/office/officeart/2005/8/layout/hProcess11"/>
    <dgm:cxn modelId="{73DB7350-AC0F-4343-BD3E-45BC384D0011}" type="presParOf" srcId="{64CCAEB7-DE89-4AFD-8F57-DB3DB0436340}" destId="{0937864B-8340-454A-A515-4D7D9EEB0841}" srcOrd="0" destOrd="0" presId="urn:microsoft.com/office/officeart/2005/8/layout/hProcess11"/>
    <dgm:cxn modelId="{B161813C-8C02-4A05-8F64-3D1E93CA74AA}" type="presParOf" srcId="{64CCAEB7-DE89-4AFD-8F57-DB3DB0436340}" destId="{A6750539-A8C4-4887-89AC-F666F6A61CC3}" srcOrd="1" destOrd="0" presId="urn:microsoft.com/office/officeart/2005/8/layout/hProcess11"/>
    <dgm:cxn modelId="{2223F726-27EA-4D27-9C63-FBD7BA293562}" type="presParOf" srcId="{64CCAEB7-DE89-4AFD-8F57-DB3DB0436340}" destId="{CB10ABCE-E507-4B45-820D-31628822FFA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F041D7-5CD3-47B6-862D-98F5B2318715}" type="doc">
      <dgm:prSet loTypeId="urn:microsoft.com/office/officeart/2005/8/layout/radial4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PE"/>
        </a:p>
      </dgm:t>
    </dgm:pt>
    <dgm:pt modelId="{B9C9605B-E865-4B58-B25B-9532DE70C701}">
      <dgm:prSet/>
      <dgm:spPr/>
      <dgm:t>
        <a:bodyPr/>
        <a:lstStyle/>
        <a:p>
          <a:pPr rtl="0"/>
          <a:r>
            <a:rPr lang="es-ES" dirty="0"/>
            <a:t>Tipo de solución planteada</a:t>
          </a:r>
        </a:p>
      </dgm:t>
    </dgm:pt>
    <dgm:pt modelId="{84CD1D37-FDA9-4CF6-9459-12D6D29DAD72}" type="parTrans" cxnId="{E00AC299-D256-402E-BD40-CDD962B547B0}">
      <dgm:prSet/>
      <dgm:spPr/>
      <dgm:t>
        <a:bodyPr/>
        <a:lstStyle/>
        <a:p>
          <a:endParaRPr lang="es-PE"/>
        </a:p>
      </dgm:t>
    </dgm:pt>
    <dgm:pt modelId="{417785E2-3BDE-443C-9D06-639743E8E40A}" type="sibTrans" cxnId="{E00AC299-D256-402E-BD40-CDD962B547B0}">
      <dgm:prSet/>
      <dgm:spPr/>
      <dgm:t>
        <a:bodyPr/>
        <a:lstStyle/>
        <a:p>
          <a:endParaRPr lang="es-PE"/>
        </a:p>
      </dgm:t>
    </dgm:pt>
    <dgm:pt modelId="{034FC9B0-A36B-49BA-9F84-B3D6C1D487C0}">
      <dgm:prSet/>
      <dgm:spPr/>
      <dgm:t>
        <a:bodyPr/>
        <a:lstStyle/>
        <a:p>
          <a:pPr rtl="0"/>
          <a:r>
            <a:rPr lang="es-PE"/>
            <a:t>Sistema web para automatizar y validar la rendición de cuentas.</a:t>
          </a:r>
          <a:endParaRPr lang="es-ES"/>
        </a:p>
      </dgm:t>
    </dgm:pt>
    <dgm:pt modelId="{1B9250F6-311E-4E9D-9B49-9813B1F1C183}" type="parTrans" cxnId="{9C515694-2529-4C06-8BFA-F576658B2AC7}">
      <dgm:prSet/>
      <dgm:spPr/>
      <dgm:t>
        <a:bodyPr/>
        <a:lstStyle/>
        <a:p>
          <a:endParaRPr lang="es-PE"/>
        </a:p>
      </dgm:t>
    </dgm:pt>
    <dgm:pt modelId="{CA580682-AA9C-42D8-86A0-5678D9D8E4AD}" type="sibTrans" cxnId="{9C515694-2529-4C06-8BFA-F576658B2AC7}">
      <dgm:prSet/>
      <dgm:spPr/>
      <dgm:t>
        <a:bodyPr/>
        <a:lstStyle/>
        <a:p>
          <a:endParaRPr lang="es-PE"/>
        </a:p>
      </dgm:t>
    </dgm:pt>
    <dgm:pt modelId="{FF194D36-0993-45C9-8234-C16083679B15}">
      <dgm:prSet/>
      <dgm:spPr/>
      <dgm:t>
        <a:bodyPr/>
        <a:lstStyle/>
        <a:p>
          <a:pPr rtl="0"/>
          <a:r>
            <a:rPr lang="es-PE"/>
            <a:t>Controles inteligentes y reglas de negocio integradas.</a:t>
          </a:r>
          <a:endParaRPr lang="es-ES"/>
        </a:p>
      </dgm:t>
    </dgm:pt>
    <dgm:pt modelId="{4E19BF0C-3368-4AF1-A410-C070046E400D}" type="parTrans" cxnId="{FD0695E4-821C-417A-B9A8-A5B092DCDF1A}">
      <dgm:prSet/>
      <dgm:spPr/>
      <dgm:t>
        <a:bodyPr/>
        <a:lstStyle/>
        <a:p>
          <a:endParaRPr lang="es-PE"/>
        </a:p>
      </dgm:t>
    </dgm:pt>
    <dgm:pt modelId="{95392E8C-4C8B-4D27-BD4A-7CC2D490EBB9}" type="sibTrans" cxnId="{FD0695E4-821C-417A-B9A8-A5B092DCDF1A}">
      <dgm:prSet/>
      <dgm:spPr/>
      <dgm:t>
        <a:bodyPr/>
        <a:lstStyle/>
        <a:p>
          <a:endParaRPr lang="es-PE"/>
        </a:p>
      </dgm:t>
    </dgm:pt>
    <dgm:pt modelId="{F9F15D85-69FC-4BFA-867E-6D5763C17161}">
      <dgm:prSet/>
      <dgm:spPr/>
      <dgm:t>
        <a:bodyPr/>
        <a:lstStyle/>
        <a:p>
          <a:pPr rtl="0"/>
          <a:r>
            <a:rPr lang="es-PE"/>
            <a:t>Interfaz sencilla para reducir errores y mejorar la eficiencia.</a:t>
          </a:r>
          <a:endParaRPr lang="es-ES"/>
        </a:p>
      </dgm:t>
    </dgm:pt>
    <dgm:pt modelId="{D0043AF8-B26D-47F7-8266-6861D1FD1969}" type="parTrans" cxnId="{3732FD11-8A61-4773-8836-339FB8CB13C5}">
      <dgm:prSet/>
      <dgm:spPr/>
      <dgm:t>
        <a:bodyPr/>
        <a:lstStyle/>
        <a:p>
          <a:endParaRPr lang="es-PE"/>
        </a:p>
      </dgm:t>
    </dgm:pt>
    <dgm:pt modelId="{C05F4A4D-57E3-4E30-8445-3CE3FF6C7ABE}" type="sibTrans" cxnId="{3732FD11-8A61-4773-8836-339FB8CB13C5}">
      <dgm:prSet/>
      <dgm:spPr/>
      <dgm:t>
        <a:bodyPr/>
        <a:lstStyle/>
        <a:p>
          <a:endParaRPr lang="es-PE"/>
        </a:p>
      </dgm:t>
    </dgm:pt>
    <dgm:pt modelId="{C17F8DB8-C177-466D-BC0D-F9714DFD39F9}" type="pres">
      <dgm:prSet presAssocID="{48F041D7-5CD3-47B6-862D-98F5B231871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512EC477-7E8B-42FA-9C83-D32D97F69644}" type="pres">
      <dgm:prSet presAssocID="{B9C9605B-E865-4B58-B25B-9532DE70C701}" presName="centerShape" presStyleLbl="node0" presStyleIdx="0" presStyleCnt="1"/>
      <dgm:spPr/>
    </dgm:pt>
    <dgm:pt modelId="{3DB8FAB8-2088-4F97-84A4-7B47E536430C}" type="pres">
      <dgm:prSet presAssocID="{1B9250F6-311E-4E9D-9B49-9813B1F1C183}" presName="parTrans" presStyleLbl="bgSibTrans2D1" presStyleIdx="0" presStyleCnt="3"/>
      <dgm:spPr/>
    </dgm:pt>
    <dgm:pt modelId="{4BAF0E00-8D32-4B15-903D-7B993796340B}" type="pres">
      <dgm:prSet presAssocID="{034FC9B0-A36B-49BA-9F84-B3D6C1D487C0}" presName="node" presStyleLbl="node1" presStyleIdx="0" presStyleCnt="3">
        <dgm:presLayoutVars>
          <dgm:bulletEnabled val="1"/>
        </dgm:presLayoutVars>
      </dgm:prSet>
      <dgm:spPr/>
    </dgm:pt>
    <dgm:pt modelId="{6CD29BB3-E4CA-49D7-84E0-70BBA0C42C66}" type="pres">
      <dgm:prSet presAssocID="{4E19BF0C-3368-4AF1-A410-C070046E400D}" presName="parTrans" presStyleLbl="bgSibTrans2D1" presStyleIdx="1" presStyleCnt="3"/>
      <dgm:spPr/>
    </dgm:pt>
    <dgm:pt modelId="{62867231-49CD-495B-B1C3-D8419756D304}" type="pres">
      <dgm:prSet presAssocID="{FF194D36-0993-45C9-8234-C16083679B15}" presName="node" presStyleLbl="node1" presStyleIdx="1" presStyleCnt="3">
        <dgm:presLayoutVars>
          <dgm:bulletEnabled val="1"/>
        </dgm:presLayoutVars>
      </dgm:prSet>
      <dgm:spPr/>
    </dgm:pt>
    <dgm:pt modelId="{9F12CED4-D099-4260-9830-94E6D3C45B9C}" type="pres">
      <dgm:prSet presAssocID="{D0043AF8-B26D-47F7-8266-6861D1FD1969}" presName="parTrans" presStyleLbl="bgSibTrans2D1" presStyleIdx="2" presStyleCnt="3"/>
      <dgm:spPr/>
    </dgm:pt>
    <dgm:pt modelId="{80971078-DD79-4F39-B00B-BA118A70A043}" type="pres">
      <dgm:prSet presAssocID="{F9F15D85-69FC-4BFA-867E-6D5763C17161}" presName="node" presStyleLbl="node1" presStyleIdx="2" presStyleCnt="3">
        <dgm:presLayoutVars>
          <dgm:bulletEnabled val="1"/>
        </dgm:presLayoutVars>
      </dgm:prSet>
      <dgm:spPr/>
    </dgm:pt>
  </dgm:ptLst>
  <dgm:cxnLst>
    <dgm:cxn modelId="{3732FD11-8A61-4773-8836-339FB8CB13C5}" srcId="{B9C9605B-E865-4B58-B25B-9532DE70C701}" destId="{F9F15D85-69FC-4BFA-867E-6D5763C17161}" srcOrd="2" destOrd="0" parTransId="{D0043AF8-B26D-47F7-8266-6861D1FD1969}" sibTransId="{C05F4A4D-57E3-4E30-8445-3CE3FF6C7ABE}"/>
    <dgm:cxn modelId="{D6E2561A-7863-4034-BE5E-5880B377068E}" type="presOf" srcId="{B9C9605B-E865-4B58-B25B-9532DE70C701}" destId="{512EC477-7E8B-42FA-9C83-D32D97F69644}" srcOrd="0" destOrd="0" presId="urn:microsoft.com/office/officeart/2005/8/layout/radial4"/>
    <dgm:cxn modelId="{A534E41F-FF9A-4D60-BA24-9D5B322B0186}" type="presOf" srcId="{FF194D36-0993-45C9-8234-C16083679B15}" destId="{62867231-49CD-495B-B1C3-D8419756D304}" srcOrd="0" destOrd="0" presId="urn:microsoft.com/office/officeart/2005/8/layout/radial4"/>
    <dgm:cxn modelId="{F7218C28-8E37-402A-8C5E-DE79EE6C76D0}" type="presOf" srcId="{F9F15D85-69FC-4BFA-867E-6D5763C17161}" destId="{80971078-DD79-4F39-B00B-BA118A70A043}" srcOrd="0" destOrd="0" presId="urn:microsoft.com/office/officeart/2005/8/layout/radial4"/>
    <dgm:cxn modelId="{A914FB35-41AD-4011-AECB-454BB758A58A}" type="presOf" srcId="{4E19BF0C-3368-4AF1-A410-C070046E400D}" destId="{6CD29BB3-E4CA-49D7-84E0-70BBA0C42C66}" srcOrd="0" destOrd="0" presId="urn:microsoft.com/office/officeart/2005/8/layout/radial4"/>
    <dgm:cxn modelId="{788B386E-8E52-4DCF-9F88-F4B225999172}" type="presOf" srcId="{1B9250F6-311E-4E9D-9B49-9813B1F1C183}" destId="{3DB8FAB8-2088-4F97-84A4-7B47E536430C}" srcOrd="0" destOrd="0" presId="urn:microsoft.com/office/officeart/2005/8/layout/radial4"/>
    <dgm:cxn modelId="{955F5487-7D02-4393-8106-B5042620DEFD}" type="presOf" srcId="{48F041D7-5CD3-47B6-862D-98F5B2318715}" destId="{C17F8DB8-C177-466D-BC0D-F9714DFD39F9}" srcOrd="0" destOrd="0" presId="urn:microsoft.com/office/officeart/2005/8/layout/radial4"/>
    <dgm:cxn modelId="{9C515694-2529-4C06-8BFA-F576658B2AC7}" srcId="{B9C9605B-E865-4B58-B25B-9532DE70C701}" destId="{034FC9B0-A36B-49BA-9F84-B3D6C1D487C0}" srcOrd="0" destOrd="0" parTransId="{1B9250F6-311E-4E9D-9B49-9813B1F1C183}" sibTransId="{CA580682-AA9C-42D8-86A0-5678D9D8E4AD}"/>
    <dgm:cxn modelId="{4781BE97-F610-43BE-80DB-86493420BC12}" type="presOf" srcId="{D0043AF8-B26D-47F7-8266-6861D1FD1969}" destId="{9F12CED4-D099-4260-9830-94E6D3C45B9C}" srcOrd="0" destOrd="0" presId="urn:microsoft.com/office/officeart/2005/8/layout/radial4"/>
    <dgm:cxn modelId="{E00AC299-D256-402E-BD40-CDD962B547B0}" srcId="{48F041D7-5CD3-47B6-862D-98F5B2318715}" destId="{B9C9605B-E865-4B58-B25B-9532DE70C701}" srcOrd="0" destOrd="0" parTransId="{84CD1D37-FDA9-4CF6-9459-12D6D29DAD72}" sibTransId="{417785E2-3BDE-443C-9D06-639743E8E40A}"/>
    <dgm:cxn modelId="{C20BCCB6-C528-441F-8CDB-C6414D82A8B5}" type="presOf" srcId="{034FC9B0-A36B-49BA-9F84-B3D6C1D487C0}" destId="{4BAF0E00-8D32-4B15-903D-7B993796340B}" srcOrd="0" destOrd="0" presId="urn:microsoft.com/office/officeart/2005/8/layout/radial4"/>
    <dgm:cxn modelId="{FD0695E4-821C-417A-B9A8-A5B092DCDF1A}" srcId="{B9C9605B-E865-4B58-B25B-9532DE70C701}" destId="{FF194D36-0993-45C9-8234-C16083679B15}" srcOrd="1" destOrd="0" parTransId="{4E19BF0C-3368-4AF1-A410-C070046E400D}" sibTransId="{95392E8C-4C8B-4D27-BD4A-7CC2D490EBB9}"/>
    <dgm:cxn modelId="{652EB9B2-62E6-4607-A3D3-155F3CA78929}" type="presParOf" srcId="{C17F8DB8-C177-466D-BC0D-F9714DFD39F9}" destId="{512EC477-7E8B-42FA-9C83-D32D97F69644}" srcOrd="0" destOrd="0" presId="urn:microsoft.com/office/officeart/2005/8/layout/radial4"/>
    <dgm:cxn modelId="{43AD2ABC-58D7-4741-9CE7-B5AA9F7F1F27}" type="presParOf" srcId="{C17F8DB8-C177-466D-BC0D-F9714DFD39F9}" destId="{3DB8FAB8-2088-4F97-84A4-7B47E536430C}" srcOrd="1" destOrd="0" presId="urn:microsoft.com/office/officeart/2005/8/layout/radial4"/>
    <dgm:cxn modelId="{B4422D61-5490-4A5D-AD23-D01C13344F97}" type="presParOf" srcId="{C17F8DB8-C177-466D-BC0D-F9714DFD39F9}" destId="{4BAF0E00-8D32-4B15-903D-7B993796340B}" srcOrd="2" destOrd="0" presId="urn:microsoft.com/office/officeart/2005/8/layout/radial4"/>
    <dgm:cxn modelId="{29F6AFD1-FADB-4F70-9170-ABF282874497}" type="presParOf" srcId="{C17F8DB8-C177-466D-BC0D-F9714DFD39F9}" destId="{6CD29BB3-E4CA-49D7-84E0-70BBA0C42C66}" srcOrd="3" destOrd="0" presId="urn:microsoft.com/office/officeart/2005/8/layout/radial4"/>
    <dgm:cxn modelId="{D6CCC638-4C8C-4169-B817-A5050C268EE0}" type="presParOf" srcId="{C17F8DB8-C177-466D-BC0D-F9714DFD39F9}" destId="{62867231-49CD-495B-B1C3-D8419756D304}" srcOrd="4" destOrd="0" presId="urn:microsoft.com/office/officeart/2005/8/layout/radial4"/>
    <dgm:cxn modelId="{5DEB7F0B-8948-4C74-88EC-237F267A8011}" type="presParOf" srcId="{C17F8DB8-C177-466D-BC0D-F9714DFD39F9}" destId="{9F12CED4-D099-4260-9830-94E6D3C45B9C}" srcOrd="5" destOrd="0" presId="urn:microsoft.com/office/officeart/2005/8/layout/radial4"/>
    <dgm:cxn modelId="{E47234F5-38B0-4B49-8038-8F79E72D633B}" type="presParOf" srcId="{C17F8DB8-C177-466D-BC0D-F9714DFD39F9}" destId="{80971078-DD79-4F39-B00B-BA118A70A043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BEB1567-FA7B-4EA2-B3F5-997681A6D2DF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DFDA4C59-FAF5-459E-91C6-CD862C30E2CC}">
      <dgm:prSet/>
      <dgm:spPr/>
      <dgm:t>
        <a:bodyPr/>
        <a:lstStyle/>
        <a:p>
          <a:pPr rtl="0"/>
          <a:r>
            <a:rPr lang="es-PE" b="1"/>
            <a:t>Usuarios involucrados</a:t>
          </a:r>
          <a:endParaRPr lang="es-ES"/>
        </a:p>
      </dgm:t>
    </dgm:pt>
    <dgm:pt modelId="{64A5FDE4-D55B-4F8B-9F7B-BD399650FE98}" type="parTrans" cxnId="{CBB3AC3F-8EC2-4FAD-9537-FD4A59755F96}">
      <dgm:prSet/>
      <dgm:spPr/>
      <dgm:t>
        <a:bodyPr/>
        <a:lstStyle/>
        <a:p>
          <a:endParaRPr lang="es-PE"/>
        </a:p>
      </dgm:t>
    </dgm:pt>
    <dgm:pt modelId="{63449C2B-1F70-4113-9D20-4C64C9B246BB}" type="sibTrans" cxnId="{CBB3AC3F-8EC2-4FAD-9537-FD4A59755F96}">
      <dgm:prSet/>
      <dgm:spPr/>
      <dgm:t>
        <a:bodyPr/>
        <a:lstStyle/>
        <a:p>
          <a:endParaRPr lang="es-PE"/>
        </a:p>
      </dgm:t>
    </dgm:pt>
    <dgm:pt modelId="{79D13879-8C52-46D9-B6B0-5CB46FB57331}">
      <dgm:prSet/>
      <dgm:spPr/>
      <dgm:t>
        <a:bodyPr/>
        <a:lstStyle/>
        <a:p>
          <a:pPr rtl="0"/>
          <a:r>
            <a:rPr lang="es-PE" b="1"/>
            <a:t>Personal operativo:</a:t>
          </a:r>
          <a:r>
            <a:rPr lang="es-PE"/>
            <a:t> Registra sus rendiciones.</a:t>
          </a:r>
          <a:endParaRPr lang="es-ES"/>
        </a:p>
      </dgm:t>
    </dgm:pt>
    <dgm:pt modelId="{E23BEEDE-59A7-4BF4-84BF-81D8B44F4091}" type="parTrans" cxnId="{32AFC359-BA3B-4532-99C3-7C5B5CD681EF}">
      <dgm:prSet/>
      <dgm:spPr/>
      <dgm:t>
        <a:bodyPr/>
        <a:lstStyle/>
        <a:p>
          <a:endParaRPr lang="es-PE"/>
        </a:p>
      </dgm:t>
    </dgm:pt>
    <dgm:pt modelId="{B6E8B4E2-9A87-4559-88E7-9E311E54B2E9}" type="sibTrans" cxnId="{32AFC359-BA3B-4532-99C3-7C5B5CD681EF}">
      <dgm:prSet/>
      <dgm:spPr/>
      <dgm:t>
        <a:bodyPr/>
        <a:lstStyle/>
        <a:p>
          <a:endParaRPr lang="es-PE"/>
        </a:p>
      </dgm:t>
    </dgm:pt>
    <dgm:pt modelId="{F86C77AD-479C-453A-B0DB-8D2668C134D9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s-PE" b="1"/>
            <a:t>Personal administrativo:</a:t>
          </a:r>
          <a:r>
            <a:rPr lang="es-PE"/>
            <a:t> Revisa, valida y aprueba.</a:t>
          </a:r>
          <a:endParaRPr lang="es-ES"/>
        </a:p>
      </dgm:t>
    </dgm:pt>
    <dgm:pt modelId="{742FC27E-5477-4D38-B942-DF081EA0C0E2}" type="parTrans" cxnId="{5EE2DBFD-E457-43FA-BB3A-8546D7EA0E93}">
      <dgm:prSet/>
      <dgm:spPr/>
      <dgm:t>
        <a:bodyPr/>
        <a:lstStyle/>
        <a:p>
          <a:endParaRPr lang="es-PE"/>
        </a:p>
      </dgm:t>
    </dgm:pt>
    <dgm:pt modelId="{779BB0EF-1AC8-4BC6-8E9F-07D348FDA88C}" type="sibTrans" cxnId="{5EE2DBFD-E457-43FA-BB3A-8546D7EA0E93}">
      <dgm:prSet/>
      <dgm:spPr/>
      <dgm:t>
        <a:bodyPr/>
        <a:lstStyle/>
        <a:p>
          <a:endParaRPr lang="es-PE"/>
        </a:p>
      </dgm:t>
    </dgm:pt>
    <dgm:pt modelId="{0C96A7BF-5A11-43CB-A2F7-0D272410C731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s-PE" b="1"/>
            <a:t>Equipo de TI:</a:t>
          </a:r>
          <a:r>
            <a:rPr lang="es-PE"/>
            <a:t> Brinda soporte y mantenimiento.</a:t>
          </a:r>
          <a:endParaRPr lang="es-ES"/>
        </a:p>
      </dgm:t>
    </dgm:pt>
    <dgm:pt modelId="{5696DDA0-8BDE-4F2F-A03A-F128EBDFE707}" type="parTrans" cxnId="{9A82263F-DF12-45BE-BB6A-017504B5589C}">
      <dgm:prSet/>
      <dgm:spPr/>
      <dgm:t>
        <a:bodyPr/>
        <a:lstStyle/>
        <a:p>
          <a:endParaRPr lang="es-PE"/>
        </a:p>
      </dgm:t>
    </dgm:pt>
    <dgm:pt modelId="{4B994F48-CA1B-46DE-B12C-38B5BA666A1A}" type="sibTrans" cxnId="{9A82263F-DF12-45BE-BB6A-017504B5589C}">
      <dgm:prSet/>
      <dgm:spPr/>
      <dgm:t>
        <a:bodyPr/>
        <a:lstStyle/>
        <a:p>
          <a:endParaRPr lang="es-PE"/>
        </a:p>
      </dgm:t>
    </dgm:pt>
    <dgm:pt modelId="{6A56FE62-83EA-4FB1-B9D8-D49B92DB1B9E}" type="pres">
      <dgm:prSet presAssocID="{5BEB1567-FA7B-4EA2-B3F5-997681A6D2D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20B3CCC-DFF1-4ED3-B234-C00F77D58BBF}" type="pres">
      <dgm:prSet presAssocID="{DFDA4C59-FAF5-459E-91C6-CD862C30E2CC}" presName="hierRoot1" presStyleCnt="0">
        <dgm:presLayoutVars>
          <dgm:hierBranch val="init"/>
        </dgm:presLayoutVars>
      </dgm:prSet>
      <dgm:spPr/>
    </dgm:pt>
    <dgm:pt modelId="{08B8A16C-BD09-4E51-A1EE-AE9E6B508800}" type="pres">
      <dgm:prSet presAssocID="{DFDA4C59-FAF5-459E-91C6-CD862C30E2CC}" presName="rootComposite1" presStyleCnt="0"/>
      <dgm:spPr/>
    </dgm:pt>
    <dgm:pt modelId="{BA48BA90-4177-4873-8CB3-C821E2332BCA}" type="pres">
      <dgm:prSet presAssocID="{DFDA4C59-FAF5-459E-91C6-CD862C30E2CC}" presName="rootText1" presStyleLbl="node0" presStyleIdx="0" presStyleCnt="1">
        <dgm:presLayoutVars>
          <dgm:chPref val="3"/>
        </dgm:presLayoutVars>
      </dgm:prSet>
      <dgm:spPr/>
    </dgm:pt>
    <dgm:pt modelId="{AA4FBAD0-7D99-4492-9A98-CCE8BCF0889C}" type="pres">
      <dgm:prSet presAssocID="{DFDA4C59-FAF5-459E-91C6-CD862C30E2CC}" presName="rootConnector1" presStyleLbl="node1" presStyleIdx="0" presStyleCnt="0"/>
      <dgm:spPr/>
    </dgm:pt>
    <dgm:pt modelId="{854870DA-4F07-4906-820C-976CB10E9560}" type="pres">
      <dgm:prSet presAssocID="{DFDA4C59-FAF5-459E-91C6-CD862C30E2CC}" presName="hierChild2" presStyleCnt="0"/>
      <dgm:spPr/>
    </dgm:pt>
    <dgm:pt modelId="{70CC92CA-40E8-49D2-8CCB-690B63872CC5}" type="pres">
      <dgm:prSet presAssocID="{E23BEEDE-59A7-4BF4-84BF-81D8B44F4091}" presName="Name64" presStyleLbl="parChTrans1D2" presStyleIdx="0" presStyleCnt="3"/>
      <dgm:spPr/>
    </dgm:pt>
    <dgm:pt modelId="{3075CDAF-F518-4B21-9F9F-4D278A2619E5}" type="pres">
      <dgm:prSet presAssocID="{79D13879-8C52-46D9-B6B0-5CB46FB57331}" presName="hierRoot2" presStyleCnt="0">
        <dgm:presLayoutVars>
          <dgm:hierBranch val="init"/>
        </dgm:presLayoutVars>
      </dgm:prSet>
      <dgm:spPr/>
    </dgm:pt>
    <dgm:pt modelId="{E77E484A-2F0A-4116-8776-FE493E1894C4}" type="pres">
      <dgm:prSet presAssocID="{79D13879-8C52-46D9-B6B0-5CB46FB57331}" presName="rootComposite" presStyleCnt="0"/>
      <dgm:spPr/>
    </dgm:pt>
    <dgm:pt modelId="{A52B1867-2566-478F-8C37-AA2993C82165}" type="pres">
      <dgm:prSet presAssocID="{79D13879-8C52-46D9-B6B0-5CB46FB57331}" presName="rootText" presStyleLbl="node2" presStyleIdx="0" presStyleCnt="3">
        <dgm:presLayoutVars>
          <dgm:chPref val="3"/>
        </dgm:presLayoutVars>
      </dgm:prSet>
      <dgm:spPr/>
    </dgm:pt>
    <dgm:pt modelId="{6DDE8D8C-BA86-4B5B-BF5E-59CB8B15F6FD}" type="pres">
      <dgm:prSet presAssocID="{79D13879-8C52-46D9-B6B0-5CB46FB57331}" presName="rootConnector" presStyleLbl="node2" presStyleIdx="0" presStyleCnt="3"/>
      <dgm:spPr/>
    </dgm:pt>
    <dgm:pt modelId="{8B28BC8C-24D0-44B6-9DB2-7454580E93A9}" type="pres">
      <dgm:prSet presAssocID="{79D13879-8C52-46D9-B6B0-5CB46FB57331}" presName="hierChild4" presStyleCnt="0"/>
      <dgm:spPr/>
    </dgm:pt>
    <dgm:pt modelId="{B5E69F34-55D0-448A-8700-7AF1DB005079}" type="pres">
      <dgm:prSet presAssocID="{79D13879-8C52-46D9-B6B0-5CB46FB57331}" presName="hierChild5" presStyleCnt="0"/>
      <dgm:spPr/>
    </dgm:pt>
    <dgm:pt modelId="{C1956E66-C6C1-4AD2-9792-A375B90A68D4}" type="pres">
      <dgm:prSet presAssocID="{742FC27E-5477-4D38-B942-DF081EA0C0E2}" presName="Name64" presStyleLbl="parChTrans1D2" presStyleIdx="1" presStyleCnt="3"/>
      <dgm:spPr/>
    </dgm:pt>
    <dgm:pt modelId="{B2389554-3E60-4D69-8963-FD894F86AAA0}" type="pres">
      <dgm:prSet presAssocID="{F86C77AD-479C-453A-B0DB-8D2668C134D9}" presName="hierRoot2" presStyleCnt="0">
        <dgm:presLayoutVars>
          <dgm:hierBranch val="init"/>
        </dgm:presLayoutVars>
      </dgm:prSet>
      <dgm:spPr/>
    </dgm:pt>
    <dgm:pt modelId="{42494AA6-DECC-465F-AAF4-9A9245C8EA11}" type="pres">
      <dgm:prSet presAssocID="{F86C77AD-479C-453A-B0DB-8D2668C134D9}" presName="rootComposite" presStyleCnt="0"/>
      <dgm:spPr/>
    </dgm:pt>
    <dgm:pt modelId="{70379AD3-5204-4055-A5AE-EB317B7B009B}" type="pres">
      <dgm:prSet presAssocID="{F86C77AD-479C-453A-B0DB-8D2668C134D9}" presName="rootText" presStyleLbl="node2" presStyleIdx="1" presStyleCnt="3">
        <dgm:presLayoutVars>
          <dgm:chPref val="3"/>
        </dgm:presLayoutVars>
      </dgm:prSet>
      <dgm:spPr/>
    </dgm:pt>
    <dgm:pt modelId="{550AC06B-08F3-4919-A4FE-5C36D211BA9E}" type="pres">
      <dgm:prSet presAssocID="{F86C77AD-479C-453A-B0DB-8D2668C134D9}" presName="rootConnector" presStyleLbl="node2" presStyleIdx="1" presStyleCnt="3"/>
      <dgm:spPr/>
    </dgm:pt>
    <dgm:pt modelId="{7A0311AA-39EC-4569-8E27-3193F48C4D40}" type="pres">
      <dgm:prSet presAssocID="{F86C77AD-479C-453A-B0DB-8D2668C134D9}" presName="hierChild4" presStyleCnt="0"/>
      <dgm:spPr/>
    </dgm:pt>
    <dgm:pt modelId="{F0725583-40D3-4437-9136-B49128B27028}" type="pres">
      <dgm:prSet presAssocID="{F86C77AD-479C-453A-B0DB-8D2668C134D9}" presName="hierChild5" presStyleCnt="0"/>
      <dgm:spPr/>
    </dgm:pt>
    <dgm:pt modelId="{D4533AFB-99A9-4B44-8B3E-5BB1DA497534}" type="pres">
      <dgm:prSet presAssocID="{5696DDA0-8BDE-4F2F-A03A-F128EBDFE707}" presName="Name64" presStyleLbl="parChTrans1D2" presStyleIdx="2" presStyleCnt="3"/>
      <dgm:spPr/>
    </dgm:pt>
    <dgm:pt modelId="{63E9E75A-1A5F-4D47-BDC1-20CA4079B670}" type="pres">
      <dgm:prSet presAssocID="{0C96A7BF-5A11-43CB-A2F7-0D272410C731}" presName="hierRoot2" presStyleCnt="0">
        <dgm:presLayoutVars>
          <dgm:hierBranch val="init"/>
        </dgm:presLayoutVars>
      </dgm:prSet>
      <dgm:spPr/>
    </dgm:pt>
    <dgm:pt modelId="{95B46636-017B-4324-AE36-98F965B10DE4}" type="pres">
      <dgm:prSet presAssocID="{0C96A7BF-5A11-43CB-A2F7-0D272410C731}" presName="rootComposite" presStyleCnt="0"/>
      <dgm:spPr/>
    </dgm:pt>
    <dgm:pt modelId="{E355AE1F-71E9-4412-83F3-0BAB64E9F6E7}" type="pres">
      <dgm:prSet presAssocID="{0C96A7BF-5A11-43CB-A2F7-0D272410C731}" presName="rootText" presStyleLbl="node2" presStyleIdx="2" presStyleCnt="3">
        <dgm:presLayoutVars>
          <dgm:chPref val="3"/>
        </dgm:presLayoutVars>
      </dgm:prSet>
      <dgm:spPr/>
    </dgm:pt>
    <dgm:pt modelId="{F1F99216-6786-4AB0-8B32-5F71805E965A}" type="pres">
      <dgm:prSet presAssocID="{0C96A7BF-5A11-43CB-A2F7-0D272410C731}" presName="rootConnector" presStyleLbl="node2" presStyleIdx="2" presStyleCnt="3"/>
      <dgm:spPr/>
    </dgm:pt>
    <dgm:pt modelId="{6219EE93-8341-4B16-B5F3-F3F83AFFA10B}" type="pres">
      <dgm:prSet presAssocID="{0C96A7BF-5A11-43CB-A2F7-0D272410C731}" presName="hierChild4" presStyleCnt="0"/>
      <dgm:spPr/>
    </dgm:pt>
    <dgm:pt modelId="{8A4C9F51-3672-4FD3-9A78-D089784A69D2}" type="pres">
      <dgm:prSet presAssocID="{0C96A7BF-5A11-43CB-A2F7-0D272410C731}" presName="hierChild5" presStyleCnt="0"/>
      <dgm:spPr/>
    </dgm:pt>
    <dgm:pt modelId="{121CA650-A51F-4E8E-9D3F-7A8C64970CB2}" type="pres">
      <dgm:prSet presAssocID="{DFDA4C59-FAF5-459E-91C6-CD862C30E2CC}" presName="hierChild3" presStyleCnt="0"/>
      <dgm:spPr/>
    </dgm:pt>
  </dgm:ptLst>
  <dgm:cxnLst>
    <dgm:cxn modelId="{5AA2CF01-AAE9-4095-922A-2BE932C6091A}" type="presOf" srcId="{742FC27E-5477-4D38-B942-DF081EA0C0E2}" destId="{C1956E66-C6C1-4AD2-9792-A375B90A68D4}" srcOrd="0" destOrd="0" presId="urn:microsoft.com/office/officeart/2009/3/layout/HorizontalOrganizationChart"/>
    <dgm:cxn modelId="{9A82263F-DF12-45BE-BB6A-017504B5589C}" srcId="{DFDA4C59-FAF5-459E-91C6-CD862C30E2CC}" destId="{0C96A7BF-5A11-43CB-A2F7-0D272410C731}" srcOrd="2" destOrd="0" parTransId="{5696DDA0-8BDE-4F2F-A03A-F128EBDFE707}" sibTransId="{4B994F48-CA1B-46DE-B12C-38B5BA666A1A}"/>
    <dgm:cxn modelId="{CBB3AC3F-8EC2-4FAD-9537-FD4A59755F96}" srcId="{5BEB1567-FA7B-4EA2-B3F5-997681A6D2DF}" destId="{DFDA4C59-FAF5-459E-91C6-CD862C30E2CC}" srcOrd="0" destOrd="0" parTransId="{64A5FDE4-D55B-4F8B-9F7B-BD399650FE98}" sibTransId="{63449C2B-1F70-4113-9D20-4C64C9B246BB}"/>
    <dgm:cxn modelId="{39A5DF64-EC2B-4561-95D7-27FBB7347D3D}" type="presOf" srcId="{F86C77AD-479C-453A-B0DB-8D2668C134D9}" destId="{70379AD3-5204-4055-A5AE-EB317B7B009B}" srcOrd="0" destOrd="0" presId="urn:microsoft.com/office/officeart/2009/3/layout/HorizontalOrganizationChart"/>
    <dgm:cxn modelId="{FF45726C-01DA-4A06-BA72-5A07B7E91C0A}" type="presOf" srcId="{0C96A7BF-5A11-43CB-A2F7-0D272410C731}" destId="{E355AE1F-71E9-4412-83F3-0BAB64E9F6E7}" srcOrd="0" destOrd="0" presId="urn:microsoft.com/office/officeart/2009/3/layout/HorizontalOrganizationChart"/>
    <dgm:cxn modelId="{BFC65151-97C4-4922-ABAC-764ED0984B9D}" type="presOf" srcId="{0C96A7BF-5A11-43CB-A2F7-0D272410C731}" destId="{F1F99216-6786-4AB0-8B32-5F71805E965A}" srcOrd="1" destOrd="0" presId="urn:microsoft.com/office/officeart/2009/3/layout/HorizontalOrganizationChart"/>
    <dgm:cxn modelId="{32AFC359-BA3B-4532-99C3-7C5B5CD681EF}" srcId="{DFDA4C59-FAF5-459E-91C6-CD862C30E2CC}" destId="{79D13879-8C52-46D9-B6B0-5CB46FB57331}" srcOrd="0" destOrd="0" parTransId="{E23BEEDE-59A7-4BF4-84BF-81D8B44F4091}" sibTransId="{B6E8B4E2-9A87-4559-88E7-9E311E54B2E9}"/>
    <dgm:cxn modelId="{A6D0B07E-32EF-4B01-ACCC-26B5EEC6D5D2}" type="presOf" srcId="{F86C77AD-479C-453A-B0DB-8D2668C134D9}" destId="{550AC06B-08F3-4919-A4FE-5C36D211BA9E}" srcOrd="1" destOrd="0" presId="urn:microsoft.com/office/officeart/2009/3/layout/HorizontalOrganizationChart"/>
    <dgm:cxn modelId="{D95A4580-15EB-46EE-A04B-D8AF943B4133}" type="presOf" srcId="{5696DDA0-8BDE-4F2F-A03A-F128EBDFE707}" destId="{D4533AFB-99A9-4B44-8B3E-5BB1DA497534}" srcOrd="0" destOrd="0" presId="urn:microsoft.com/office/officeart/2009/3/layout/HorizontalOrganizationChart"/>
    <dgm:cxn modelId="{517F6A9D-7E86-49C8-8D3E-FDAAE0A84B5B}" type="presOf" srcId="{DFDA4C59-FAF5-459E-91C6-CD862C30E2CC}" destId="{BA48BA90-4177-4873-8CB3-C821E2332BCA}" srcOrd="0" destOrd="0" presId="urn:microsoft.com/office/officeart/2009/3/layout/HorizontalOrganizationChart"/>
    <dgm:cxn modelId="{DDA294C8-E8CC-4B24-8507-024A7BE59F3E}" type="presOf" srcId="{79D13879-8C52-46D9-B6B0-5CB46FB57331}" destId="{6DDE8D8C-BA86-4B5B-BF5E-59CB8B15F6FD}" srcOrd="1" destOrd="0" presId="urn:microsoft.com/office/officeart/2009/3/layout/HorizontalOrganizationChart"/>
    <dgm:cxn modelId="{BD4D52CA-DBF0-4961-AB67-A9CE6D4EE7A3}" type="presOf" srcId="{E23BEEDE-59A7-4BF4-84BF-81D8B44F4091}" destId="{70CC92CA-40E8-49D2-8CCB-690B63872CC5}" srcOrd="0" destOrd="0" presId="urn:microsoft.com/office/officeart/2009/3/layout/HorizontalOrganizationChart"/>
    <dgm:cxn modelId="{C244CFDC-2169-4238-9C86-025D5D9B7141}" type="presOf" srcId="{5BEB1567-FA7B-4EA2-B3F5-997681A6D2DF}" destId="{6A56FE62-83EA-4FB1-B9D8-D49B92DB1B9E}" srcOrd="0" destOrd="0" presId="urn:microsoft.com/office/officeart/2009/3/layout/HorizontalOrganizationChart"/>
    <dgm:cxn modelId="{B3AE22EA-5D67-46EA-AD1E-3EF25D884F49}" type="presOf" srcId="{DFDA4C59-FAF5-459E-91C6-CD862C30E2CC}" destId="{AA4FBAD0-7D99-4492-9A98-CCE8BCF0889C}" srcOrd="1" destOrd="0" presId="urn:microsoft.com/office/officeart/2009/3/layout/HorizontalOrganizationChart"/>
    <dgm:cxn modelId="{BEE93EED-CB48-443B-BC7F-82707E8DA9AB}" type="presOf" srcId="{79D13879-8C52-46D9-B6B0-5CB46FB57331}" destId="{A52B1867-2566-478F-8C37-AA2993C82165}" srcOrd="0" destOrd="0" presId="urn:microsoft.com/office/officeart/2009/3/layout/HorizontalOrganizationChart"/>
    <dgm:cxn modelId="{5EE2DBFD-E457-43FA-BB3A-8546D7EA0E93}" srcId="{DFDA4C59-FAF5-459E-91C6-CD862C30E2CC}" destId="{F86C77AD-479C-453A-B0DB-8D2668C134D9}" srcOrd="1" destOrd="0" parTransId="{742FC27E-5477-4D38-B942-DF081EA0C0E2}" sibTransId="{779BB0EF-1AC8-4BC6-8E9F-07D348FDA88C}"/>
    <dgm:cxn modelId="{A2644D71-C033-4829-AE4C-6311C5A0B498}" type="presParOf" srcId="{6A56FE62-83EA-4FB1-B9D8-D49B92DB1B9E}" destId="{320B3CCC-DFF1-4ED3-B234-C00F77D58BBF}" srcOrd="0" destOrd="0" presId="urn:microsoft.com/office/officeart/2009/3/layout/HorizontalOrganizationChart"/>
    <dgm:cxn modelId="{22414E8A-5C79-4BAD-94EC-05D5B294DBD2}" type="presParOf" srcId="{320B3CCC-DFF1-4ED3-B234-C00F77D58BBF}" destId="{08B8A16C-BD09-4E51-A1EE-AE9E6B508800}" srcOrd="0" destOrd="0" presId="urn:microsoft.com/office/officeart/2009/3/layout/HorizontalOrganizationChart"/>
    <dgm:cxn modelId="{07F07AE7-9DD1-4C51-9B43-5EF422E036E2}" type="presParOf" srcId="{08B8A16C-BD09-4E51-A1EE-AE9E6B508800}" destId="{BA48BA90-4177-4873-8CB3-C821E2332BCA}" srcOrd="0" destOrd="0" presId="urn:microsoft.com/office/officeart/2009/3/layout/HorizontalOrganizationChart"/>
    <dgm:cxn modelId="{EA410ABC-FB78-4BF4-8788-A952521214A4}" type="presParOf" srcId="{08B8A16C-BD09-4E51-A1EE-AE9E6B508800}" destId="{AA4FBAD0-7D99-4492-9A98-CCE8BCF0889C}" srcOrd="1" destOrd="0" presId="urn:microsoft.com/office/officeart/2009/3/layout/HorizontalOrganizationChart"/>
    <dgm:cxn modelId="{BB4959B9-B22B-4F94-9B78-EC1F7305768A}" type="presParOf" srcId="{320B3CCC-DFF1-4ED3-B234-C00F77D58BBF}" destId="{854870DA-4F07-4906-820C-976CB10E9560}" srcOrd="1" destOrd="0" presId="urn:microsoft.com/office/officeart/2009/3/layout/HorizontalOrganizationChart"/>
    <dgm:cxn modelId="{339D8B37-CB03-4B26-8ABC-27F005FA6649}" type="presParOf" srcId="{854870DA-4F07-4906-820C-976CB10E9560}" destId="{70CC92CA-40E8-49D2-8CCB-690B63872CC5}" srcOrd="0" destOrd="0" presId="urn:microsoft.com/office/officeart/2009/3/layout/HorizontalOrganizationChart"/>
    <dgm:cxn modelId="{5195EAF7-8B23-4C67-A5D6-CB350DBAA33D}" type="presParOf" srcId="{854870DA-4F07-4906-820C-976CB10E9560}" destId="{3075CDAF-F518-4B21-9F9F-4D278A2619E5}" srcOrd="1" destOrd="0" presId="urn:microsoft.com/office/officeart/2009/3/layout/HorizontalOrganizationChart"/>
    <dgm:cxn modelId="{9EDB9ED2-471B-47F6-B220-D1B0924A53D4}" type="presParOf" srcId="{3075CDAF-F518-4B21-9F9F-4D278A2619E5}" destId="{E77E484A-2F0A-4116-8776-FE493E1894C4}" srcOrd="0" destOrd="0" presId="urn:microsoft.com/office/officeart/2009/3/layout/HorizontalOrganizationChart"/>
    <dgm:cxn modelId="{20E9B826-43CE-4B01-BADC-E02FD12E650A}" type="presParOf" srcId="{E77E484A-2F0A-4116-8776-FE493E1894C4}" destId="{A52B1867-2566-478F-8C37-AA2993C82165}" srcOrd="0" destOrd="0" presId="urn:microsoft.com/office/officeart/2009/3/layout/HorizontalOrganizationChart"/>
    <dgm:cxn modelId="{F62F7E01-94E1-4389-853F-47117944F411}" type="presParOf" srcId="{E77E484A-2F0A-4116-8776-FE493E1894C4}" destId="{6DDE8D8C-BA86-4B5B-BF5E-59CB8B15F6FD}" srcOrd="1" destOrd="0" presId="urn:microsoft.com/office/officeart/2009/3/layout/HorizontalOrganizationChart"/>
    <dgm:cxn modelId="{D7CD9E1E-B96D-4A77-A255-E781F6E230AC}" type="presParOf" srcId="{3075CDAF-F518-4B21-9F9F-4D278A2619E5}" destId="{8B28BC8C-24D0-44B6-9DB2-7454580E93A9}" srcOrd="1" destOrd="0" presId="urn:microsoft.com/office/officeart/2009/3/layout/HorizontalOrganizationChart"/>
    <dgm:cxn modelId="{B656E26D-E9D2-42EB-B916-CE3941AABC67}" type="presParOf" srcId="{3075CDAF-F518-4B21-9F9F-4D278A2619E5}" destId="{B5E69F34-55D0-448A-8700-7AF1DB005079}" srcOrd="2" destOrd="0" presId="urn:microsoft.com/office/officeart/2009/3/layout/HorizontalOrganizationChart"/>
    <dgm:cxn modelId="{42AB962D-5FAC-4A81-83FF-D3380DBE6397}" type="presParOf" srcId="{854870DA-4F07-4906-820C-976CB10E9560}" destId="{C1956E66-C6C1-4AD2-9792-A375B90A68D4}" srcOrd="2" destOrd="0" presId="urn:microsoft.com/office/officeart/2009/3/layout/HorizontalOrganizationChart"/>
    <dgm:cxn modelId="{397EDF7F-E552-4A61-9CE1-7B25302916D6}" type="presParOf" srcId="{854870DA-4F07-4906-820C-976CB10E9560}" destId="{B2389554-3E60-4D69-8963-FD894F86AAA0}" srcOrd="3" destOrd="0" presId="urn:microsoft.com/office/officeart/2009/3/layout/HorizontalOrganizationChart"/>
    <dgm:cxn modelId="{3D0456D1-39F2-4D23-8DEF-9DC11E24EB2C}" type="presParOf" srcId="{B2389554-3E60-4D69-8963-FD894F86AAA0}" destId="{42494AA6-DECC-465F-AAF4-9A9245C8EA11}" srcOrd="0" destOrd="0" presId="urn:microsoft.com/office/officeart/2009/3/layout/HorizontalOrganizationChart"/>
    <dgm:cxn modelId="{AE828B10-1470-418C-82E7-3C6DB4DDE928}" type="presParOf" srcId="{42494AA6-DECC-465F-AAF4-9A9245C8EA11}" destId="{70379AD3-5204-4055-A5AE-EB317B7B009B}" srcOrd="0" destOrd="0" presId="urn:microsoft.com/office/officeart/2009/3/layout/HorizontalOrganizationChart"/>
    <dgm:cxn modelId="{DBABE4E3-5B5C-4BF2-91CB-C07F8B0E3E5D}" type="presParOf" srcId="{42494AA6-DECC-465F-AAF4-9A9245C8EA11}" destId="{550AC06B-08F3-4919-A4FE-5C36D211BA9E}" srcOrd="1" destOrd="0" presId="urn:microsoft.com/office/officeart/2009/3/layout/HorizontalOrganizationChart"/>
    <dgm:cxn modelId="{3023DEBB-17AE-464B-9371-FA4C66155225}" type="presParOf" srcId="{B2389554-3E60-4D69-8963-FD894F86AAA0}" destId="{7A0311AA-39EC-4569-8E27-3193F48C4D40}" srcOrd="1" destOrd="0" presId="urn:microsoft.com/office/officeart/2009/3/layout/HorizontalOrganizationChart"/>
    <dgm:cxn modelId="{927A928C-9998-47B4-AAF1-9A9AEA0CC00A}" type="presParOf" srcId="{B2389554-3E60-4D69-8963-FD894F86AAA0}" destId="{F0725583-40D3-4437-9136-B49128B27028}" srcOrd="2" destOrd="0" presId="urn:microsoft.com/office/officeart/2009/3/layout/HorizontalOrganizationChart"/>
    <dgm:cxn modelId="{D3042A0E-0F1F-40E0-A7C4-AC576C3B0567}" type="presParOf" srcId="{854870DA-4F07-4906-820C-976CB10E9560}" destId="{D4533AFB-99A9-4B44-8B3E-5BB1DA497534}" srcOrd="4" destOrd="0" presId="urn:microsoft.com/office/officeart/2009/3/layout/HorizontalOrganizationChart"/>
    <dgm:cxn modelId="{3F317672-4113-4BD0-B95B-2FEBB4BBFA80}" type="presParOf" srcId="{854870DA-4F07-4906-820C-976CB10E9560}" destId="{63E9E75A-1A5F-4D47-BDC1-20CA4079B670}" srcOrd="5" destOrd="0" presId="urn:microsoft.com/office/officeart/2009/3/layout/HorizontalOrganizationChart"/>
    <dgm:cxn modelId="{11877D6D-8B48-446C-A92F-75BBE948960A}" type="presParOf" srcId="{63E9E75A-1A5F-4D47-BDC1-20CA4079B670}" destId="{95B46636-017B-4324-AE36-98F965B10DE4}" srcOrd="0" destOrd="0" presId="urn:microsoft.com/office/officeart/2009/3/layout/HorizontalOrganizationChart"/>
    <dgm:cxn modelId="{7C4F59FB-805F-462B-9CEE-7B225D6FF0F3}" type="presParOf" srcId="{95B46636-017B-4324-AE36-98F965B10DE4}" destId="{E355AE1F-71E9-4412-83F3-0BAB64E9F6E7}" srcOrd="0" destOrd="0" presId="urn:microsoft.com/office/officeart/2009/3/layout/HorizontalOrganizationChart"/>
    <dgm:cxn modelId="{4E1D8F65-902C-4F3F-8595-092A3FAAD957}" type="presParOf" srcId="{95B46636-017B-4324-AE36-98F965B10DE4}" destId="{F1F99216-6786-4AB0-8B32-5F71805E965A}" srcOrd="1" destOrd="0" presId="urn:microsoft.com/office/officeart/2009/3/layout/HorizontalOrganizationChart"/>
    <dgm:cxn modelId="{22FEA07B-F7A8-4768-8EBA-9B910CD7A84B}" type="presParOf" srcId="{63E9E75A-1A5F-4D47-BDC1-20CA4079B670}" destId="{6219EE93-8341-4B16-B5F3-F3F83AFFA10B}" srcOrd="1" destOrd="0" presId="urn:microsoft.com/office/officeart/2009/3/layout/HorizontalOrganizationChart"/>
    <dgm:cxn modelId="{EB530C39-9011-4FD8-9794-8354F6CFA27D}" type="presParOf" srcId="{63E9E75A-1A5F-4D47-BDC1-20CA4079B670}" destId="{8A4C9F51-3672-4FD3-9A78-D089784A69D2}" srcOrd="2" destOrd="0" presId="urn:microsoft.com/office/officeart/2009/3/layout/HorizontalOrganizationChart"/>
    <dgm:cxn modelId="{107A53A2-19EF-497D-A873-9211F348EBED}" type="presParOf" srcId="{320B3CCC-DFF1-4ED3-B234-C00F77D58BBF}" destId="{121CA650-A51F-4E8E-9D3F-7A8C64970CB2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2A2BFEF-B880-4D53-A451-2A321D857396}" type="doc">
      <dgm:prSet loTypeId="urn:microsoft.com/office/officeart/2005/8/layout/radial6" loCatId="relationship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es-PE"/>
        </a:p>
      </dgm:t>
    </dgm:pt>
    <dgm:pt modelId="{2A414198-4467-45BD-9B01-BC1189C3B944}">
      <dgm:prSet/>
      <dgm:spPr/>
      <dgm:t>
        <a:bodyPr/>
        <a:lstStyle/>
        <a:p>
          <a:pPr rtl="0"/>
          <a:r>
            <a:rPr lang="es-PE" b="1" dirty="0"/>
            <a:t>Funcionalidades principales</a:t>
          </a:r>
          <a:endParaRPr lang="es-ES" dirty="0"/>
        </a:p>
      </dgm:t>
    </dgm:pt>
    <dgm:pt modelId="{3FDFDE2C-D603-490C-B3C0-E6F21B59BC2C}" type="parTrans" cxnId="{F3B170B7-EC29-43A4-9A8E-9F48D55DF619}">
      <dgm:prSet/>
      <dgm:spPr/>
      <dgm:t>
        <a:bodyPr/>
        <a:lstStyle/>
        <a:p>
          <a:endParaRPr lang="es-PE"/>
        </a:p>
      </dgm:t>
    </dgm:pt>
    <dgm:pt modelId="{EE8EE4BD-7ADC-4C24-BD76-91CF4A7F2ED0}" type="sibTrans" cxnId="{F3B170B7-EC29-43A4-9A8E-9F48D55DF619}">
      <dgm:prSet/>
      <dgm:spPr/>
      <dgm:t>
        <a:bodyPr/>
        <a:lstStyle/>
        <a:p>
          <a:endParaRPr lang="es-PE"/>
        </a:p>
      </dgm:t>
    </dgm:pt>
    <dgm:pt modelId="{2437D3D2-71B7-47A1-BD97-3DB1E6C45295}">
      <dgm:prSet custT="1"/>
      <dgm:spPr/>
      <dgm:t>
        <a:bodyPr/>
        <a:lstStyle/>
        <a:p>
          <a:pPr rtl="0"/>
          <a:r>
            <a:rPr lang="es-PE" sz="1400" b="1"/>
            <a:t>Validación en tiempo real y control de topes.</a:t>
          </a:r>
          <a:endParaRPr lang="es-ES" sz="1400" b="1"/>
        </a:p>
      </dgm:t>
    </dgm:pt>
    <dgm:pt modelId="{7D1432F8-AD8A-4AE6-ADAF-B73E4479D2C3}" type="parTrans" cxnId="{02AA17B6-E390-48C2-97DA-9F87B08DF59A}">
      <dgm:prSet/>
      <dgm:spPr/>
      <dgm:t>
        <a:bodyPr/>
        <a:lstStyle/>
        <a:p>
          <a:endParaRPr lang="es-PE"/>
        </a:p>
      </dgm:t>
    </dgm:pt>
    <dgm:pt modelId="{B201BA93-A3EC-49BA-9659-4FB7D77BEB56}" type="sibTrans" cxnId="{02AA17B6-E390-48C2-97DA-9F87B08DF59A}">
      <dgm:prSet/>
      <dgm:spPr/>
      <dgm:t>
        <a:bodyPr/>
        <a:lstStyle/>
        <a:p>
          <a:endParaRPr lang="es-PE"/>
        </a:p>
      </dgm:t>
    </dgm:pt>
    <dgm:pt modelId="{46A16F6B-C594-4041-A6BE-F6337EA3252E}">
      <dgm:prSet custT="1"/>
      <dgm:spPr/>
      <dgm:t>
        <a:bodyPr/>
        <a:lstStyle/>
        <a:p>
          <a:pPr rtl="0"/>
          <a:r>
            <a:rPr lang="es-PE" sz="1400" b="1" dirty="0"/>
            <a:t>Revisión, aprobación y gestión de observaciones.</a:t>
          </a:r>
          <a:endParaRPr lang="es-ES" sz="1400" b="1" dirty="0"/>
        </a:p>
      </dgm:t>
    </dgm:pt>
    <dgm:pt modelId="{7421B4AB-6921-42E4-85C0-0020E7764A54}" type="parTrans" cxnId="{468CA957-949E-475A-96CF-06C9CE7FA09D}">
      <dgm:prSet/>
      <dgm:spPr/>
      <dgm:t>
        <a:bodyPr/>
        <a:lstStyle/>
        <a:p>
          <a:endParaRPr lang="es-PE"/>
        </a:p>
      </dgm:t>
    </dgm:pt>
    <dgm:pt modelId="{8FA97D8B-8E8F-4350-8D2C-CBB32321422E}" type="sibTrans" cxnId="{468CA957-949E-475A-96CF-06C9CE7FA09D}">
      <dgm:prSet/>
      <dgm:spPr/>
      <dgm:t>
        <a:bodyPr/>
        <a:lstStyle/>
        <a:p>
          <a:endParaRPr lang="es-PE"/>
        </a:p>
      </dgm:t>
    </dgm:pt>
    <dgm:pt modelId="{A5ED5322-FBF6-40B3-903C-C726F1908D33}">
      <dgm:prSet custT="1"/>
      <dgm:spPr/>
      <dgm:t>
        <a:bodyPr/>
        <a:lstStyle/>
        <a:p>
          <a:pPr rtl="0"/>
          <a:r>
            <a:rPr lang="es-PE" sz="1400" b="1"/>
            <a:t>Historial, trazabilidad y reportes.</a:t>
          </a:r>
          <a:endParaRPr lang="es-ES" sz="1400" b="1"/>
        </a:p>
      </dgm:t>
    </dgm:pt>
    <dgm:pt modelId="{8E84D4B0-4D7B-4589-86DA-DF3012B8C6BC}" type="parTrans" cxnId="{E3FDAC27-3664-47C0-BD10-F0E3DBA2E3CE}">
      <dgm:prSet/>
      <dgm:spPr/>
      <dgm:t>
        <a:bodyPr/>
        <a:lstStyle/>
        <a:p>
          <a:endParaRPr lang="es-PE"/>
        </a:p>
      </dgm:t>
    </dgm:pt>
    <dgm:pt modelId="{89FB9EE3-97D7-4958-8E28-385A02E6F088}" type="sibTrans" cxnId="{E3FDAC27-3664-47C0-BD10-F0E3DBA2E3CE}">
      <dgm:prSet/>
      <dgm:spPr/>
      <dgm:t>
        <a:bodyPr/>
        <a:lstStyle/>
        <a:p>
          <a:endParaRPr lang="es-PE"/>
        </a:p>
      </dgm:t>
    </dgm:pt>
    <dgm:pt modelId="{E127B063-4A7B-4212-B608-C0D5D93CD7C5}">
      <dgm:prSet custT="1"/>
      <dgm:spPr/>
      <dgm:t>
        <a:bodyPr/>
        <a:lstStyle/>
        <a:p>
          <a:pPr rtl="0"/>
          <a:r>
            <a:rPr lang="es-PE" sz="1400" b="1"/>
            <a:t>Notificaciones automáticas y control de accesos.</a:t>
          </a:r>
          <a:endParaRPr lang="es-ES" sz="1400" b="1"/>
        </a:p>
      </dgm:t>
    </dgm:pt>
    <dgm:pt modelId="{62CA744A-EFFA-4225-8B24-FE7BAE288FFB}" type="parTrans" cxnId="{C7BC903B-C9B9-4C4C-A93B-D0BA14FF4124}">
      <dgm:prSet/>
      <dgm:spPr/>
      <dgm:t>
        <a:bodyPr/>
        <a:lstStyle/>
        <a:p>
          <a:endParaRPr lang="es-PE"/>
        </a:p>
      </dgm:t>
    </dgm:pt>
    <dgm:pt modelId="{906D6099-424A-438B-8497-3BA23066BD9B}" type="sibTrans" cxnId="{C7BC903B-C9B9-4C4C-A93B-D0BA14FF4124}">
      <dgm:prSet/>
      <dgm:spPr/>
      <dgm:t>
        <a:bodyPr/>
        <a:lstStyle/>
        <a:p>
          <a:endParaRPr lang="es-PE"/>
        </a:p>
      </dgm:t>
    </dgm:pt>
    <dgm:pt modelId="{416DCE5A-44C8-43A6-81A9-A9DF43155077}" type="pres">
      <dgm:prSet presAssocID="{C2A2BFEF-B880-4D53-A451-2A321D85739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86D8360-B81C-4912-8080-63508AB03552}" type="pres">
      <dgm:prSet presAssocID="{2A414198-4467-45BD-9B01-BC1189C3B944}" presName="centerShape" presStyleLbl="node0" presStyleIdx="0" presStyleCnt="1"/>
      <dgm:spPr/>
    </dgm:pt>
    <dgm:pt modelId="{F53445B2-BDAF-40C1-AE82-6AD179121A59}" type="pres">
      <dgm:prSet presAssocID="{2437D3D2-71B7-47A1-BD97-3DB1E6C45295}" presName="node" presStyleLbl="node1" presStyleIdx="0" presStyleCnt="4" custScaleX="111904" custScaleY="111904">
        <dgm:presLayoutVars>
          <dgm:bulletEnabled val="1"/>
        </dgm:presLayoutVars>
      </dgm:prSet>
      <dgm:spPr/>
    </dgm:pt>
    <dgm:pt modelId="{9DA03813-2D08-4C1A-A419-141F24379BA5}" type="pres">
      <dgm:prSet presAssocID="{2437D3D2-71B7-47A1-BD97-3DB1E6C45295}" presName="dummy" presStyleCnt="0"/>
      <dgm:spPr/>
    </dgm:pt>
    <dgm:pt modelId="{213FA7B6-B40A-4307-801A-09F511AC6CA0}" type="pres">
      <dgm:prSet presAssocID="{B201BA93-A3EC-49BA-9659-4FB7D77BEB56}" presName="sibTrans" presStyleLbl="sibTrans2D1" presStyleIdx="0" presStyleCnt="4"/>
      <dgm:spPr/>
    </dgm:pt>
    <dgm:pt modelId="{8435F166-8A42-4772-949D-EBAC67175EB5}" type="pres">
      <dgm:prSet presAssocID="{46A16F6B-C594-4041-A6BE-F6337EA3252E}" presName="node" presStyleLbl="node1" presStyleIdx="1" presStyleCnt="4" custScaleX="111904" custScaleY="111904">
        <dgm:presLayoutVars>
          <dgm:bulletEnabled val="1"/>
        </dgm:presLayoutVars>
      </dgm:prSet>
      <dgm:spPr/>
    </dgm:pt>
    <dgm:pt modelId="{48271707-43B1-4D2B-9E1B-2608EE21DBFF}" type="pres">
      <dgm:prSet presAssocID="{46A16F6B-C594-4041-A6BE-F6337EA3252E}" presName="dummy" presStyleCnt="0"/>
      <dgm:spPr/>
    </dgm:pt>
    <dgm:pt modelId="{8EB4555D-D89A-4DCC-8AEA-64D49267E250}" type="pres">
      <dgm:prSet presAssocID="{8FA97D8B-8E8F-4350-8D2C-CBB32321422E}" presName="sibTrans" presStyleLbl="sibTrans2D1" presStyleIdx="1" presStyleCnt="4"/>
      <dgm:spPr/>
    </dgm:pt>
    <dgm:pt modelId="{A58F79B2-D18A-4E76-9301-C8C22AA895D8}" type="pres">
      <dgm:prSet presAssocID="{A5ED5322-FBF6-40B3-903C-C726F1908D33}" presName="node" presStyleLbl="node1" presStyleIdx="2" presStyleCnt="4" custScaleX="111904" custScaleY="111904">
        <dgm:presLayoutVars>
          <dgm:bulletEnabled val="1"/>
        </dgm:presLayoutVars>
      </dgm:prSet>
      <dgm:spPr/>
    </dgm:pt>
    <dgm:pt modelId="{07A60A0C-15FB-42C8-901A-A3F27444C87A}" type="pres">
      <dgm:prSet presAssocID="{A5ED5322-FBF6-40B3-903C-C726F1908D33}" presName="dummy" presStyleCnt="0"/>
      <dgm:spPr/>
    </dgm:pt>
    <dgm:pt modelId="{54D883C9-7DBD-4BF1-B8C7-6F35E621C90B}" type="pres">
      <dgm:prSet presAssocID="{89FB9EE3-97D7-4958-8E28-385A02E6F088}" presName="sibTrans" presStyleLbl="sibTrans2D1" presStyleIdx="2" presStyleCnt="4"/>
      <dgm:spPr/>
    </dgm:pt>
    <dgm:pt modelId="{677273C4-C3F4-44B7-A4BD-3884652F4D8C}" type="pres">
      <dgm:prSet presAssocID="{E127B063-4A7B-4212-B608-C0D5D93CD7C5}" presName="node" presStyleLbl="node1" presStyleIdx="3" presStyleCnt="4" custScaleX="111904" custScaleY="111904">
        <dgm:presLayoutVars>
          <dgm:bulletEnabled val="1"/>
        </dgm:presLayoutVars>
      </dgm:prSet>
      <dgm:spPr/>
    </dgm:pt>
    <dgm:pt modelId="{CA474641-C78A-49BE-8B94-87B8E2DD542E}" type="pres">
      <dgm:prSet presAssocID="{E127B063-4A7B-4212-B608-C0D5D93CD7C5}" presName="dummy" presStyleCnt="0"/>
      <dgm:spPr/>
    </dgm:pt>
    <dgm:pt modelId="{7C46CE5D-6EC7-42BB-83FD-FD11FEBF7711}" type="pres">
      <dgm:prSet presAssocID="{906D6099-424A-438B-8497-3BA23066BD9B}" presName="sibTrans" presStyleLbl="sibTrans2D1" presStyleIdx="3" presStyleCnt="4"/>
      <dgm:spPr/>
    </dgm:pt>
  </dgm:ptLst>
  <dgm:cxnLst>
    <dgm:cxn modelId="{8284EA1F-3B6F-4429-8C6E-0CEE2D657850}" type="presOf" srcId="{906D6099-424A-438B-8497-3BA23066BD9B}" destId="{7C46CE5D-6EC7-42BB-83FD-FD11FEBF7711}" srcOrd="0" destOrd="0" presId="urn:microsoft.com/office/officeart/2005/8/layout/radial6"/>
    <dgm:cxn modelId="{E3FDAC27-3664-47C0-BD10-F0E3DBA2E3CE}" srcId="{2A414198-4467-45BD-9B01-BC1189C3B944}" destId="{A5ED5322-FBF6-40B3-903C-C726F1908D33}" srcOrd="2" destOrd="0" parTransId="{8E84D4B0-4D7B-4589-86DA-DF3012B8C6BC}" sibTransId="{89FB9EE3-97D7-4958-8E28-385A02E6F088}"/>
    <dgm:cxn modelId="{2D32C228-634A-4AE9-A4E6-8CF9A8DC38BD}" type="presOf" srcId="{E127B063-4A7B-4212-B608-C0D5D93CD7C5}" destId="{677273C4-C3F4-44B7-A4BD-3884652F4D8C}" srcOrd="0" destOrd="0" presId="urn:microsoft.com/office/officeart/2005/8/layout/radial6"/>
    <dgm:cxn modelId="{C7BC903B-C9B9-4C4C-A93B-D0BA14FF4124}" srcId="{2A414198-4467-45BD-9B01-BC1189C3B944}" destId="{E127B063-4A7B-4212-B608-C0D5D93CD7C5}" srcOrd="3" destOrd="0" parTransId="{62CA744A-EFFA-4225-8B24-FE7BAE288FFB}" sibTransId="{906D6099-424A-438B-8497-3BA23066BD9B}"/>
    <dgm:cxn modelId="{71FD2943-96C8-4CC2-9B59-791189878634}" type="presOf" srcId="{46A16F6B-C594-4041-A6BE-F6337EA3252E}" destId="{8435F166-8A42-4772-949D-EBAC67175EB5}" srcOrd="0" destOrd="0" presId="urn:microsoft.com/office/officeart/2005/8/layout/radial6"/>
    <dgm:cxn modelId="{0D605E55-5353-4139-A5EC-0AE736A295B6}" type="presOf" srcId="{2437D3D2-71B7-47A1-BD97-3DB1E6C45295}" destId="{F53445B2-BDAF-40C1-AE82-6AD179121A59}" srcOrd="0" destOrd="0" presId="urn:microsoft.com/office/officeart/2005/8/layout/radial6"/>
    <dgm:cxn modelId="{64EA5575-9796-4B23-B327-971577B740E3}" type="presOf" srcId="{A5ED5322-FBF6-40B3-903C-C726F1908D33}" destId="{A58F79B2-D18A-4E76-9301-C8C22AA895D8}" srcOrd="0" destOrd="0" presId="urn:microsoft.com/office/officeart/2005/8/layout/radial6"/>
    <dgm:cxn modelId="{468CA957-949E-475A-96CF-06C9CE7FA09D}" srcId="{2A414198-4467-45BD-9B01-BC1189C3B944}" destId="{46A16F6B-C594-4041-A6BE-F6337EA3252E}" srcOrd="1" destOrd="0" parTransId="{7421B4AB-6921-42E4-85C0-0020E7764A54}" sibTransId="{8FA97D8B-8E8F-4350-8D2C-CBB32321422E}"/>
    <dgm:cxn modelId="{13A77D8C-A3B0-402A-A85B-1F0CA63B4345}" type="presOf" srcId="{8FA97D8B-8E8F-4350-8D2C-CBB32321422E}" destId="{8EB4555D-D89A-4DCC-8AEA-64D49267E250}" srcOrd="0" destOrd="0" presId="urn:microsoft.com/office/officeart/2005/8/layout/radial6"/>
    <dgm:cxn modelId="{CC65358D-FFB5-48B5-B889-03CB3C81D621}" type="presOf" srcId="{B201BA93-A3EC-49BA-9659-4FB7D77BEB56}" destId="{213FA7B6-B40A-4307-801A-09F511AC6CA0}" srcOrd="0" destOrd="0" presId="urn:microsoft.com/office/officeart/2005/8/layout/radial6"/>
    <dgm:cxn modelId="{9D763095-BAD3-45F9-B280-B76B2DF0B5A4}" type="presOf" srcId="{89FB9EE3-97D7-4958-8E28-385A02E6F088}" destId="{54D883C9-7DBD-4BF1-B8C7-6F35E621C90B}" srcOrd="0" destOrd="0" presId="urn:microsoft.com/office/officeart/2005/8/layout/radial6"/>
    <dgm:cxn modelId="{02AA17B6-E390-48C2-97DA-9F87B08DF59A}" srcId="{2A414198-4467-45BD-9B01-BC1189C3B944}" destId="{2437D3D2-71B7-47A1-BD97-3DB1E6C45295}" srcOrd="0" destOrd="0" parTransId="{7D1432F8-AD8A-4AE6-ADAF-B73E4479D2C3}" sibTransId="{B201BA93-A3EC-49BA-9659-4FB7D77BEB56}"/>
    <dgm:cxn modelId="{F3B170B7-EC29-43A4-9A8E-9F48D55DF619}" srcId="{C2A2BFEF-B880-4D53-A451-2A321D857396}" destId="{2A414198-4467-45BD-9B01-BC1189C3B944}" srcOrd="0" destOrd="0" parTransId="{3FDFDE2C-D603-490C-B3C0-E6F21B59BC2C}" sibTransId="{EE8EE4BD-7ADC-4C24-BD76-91CF4A7F2ED0}"/>
    <dgm:cxn modelId="{DA8731CB-2A33-4279-99F6-7D3875B593D1}" type="presOf" srcId="{C2A2BFEF-B880-4D53-A451-2A321D857396}" destId="{416DCE5A-44C8-43A6-81A9-A9DF43155077}" srcOrd="0" destOrd="0" presId="urn:microsoft.com/office/officeart/2005/8/layout/radial6"/>
    <dgm:cxn modelId="{A907ACCC-5311-4C2F-A1B5-42872060035D}" type="presOf" srcId="{2A414198-4467-45BD-9B01-BC1189C3B944}" destId="{D86D8360-B81C-4912-8080-63508AB03552}" srcOrd="0" destOrd="0" presId="urn:microsoft.com/office/officeart/2005/8/layout/radial6"/>
    <dgm:cxn modelId="{5B0848EE-DE88-48FD-BFD4-6C180AD80E5D}" type="presParOf" srcId="{416DCE5A-44C8-43A6-81A9-A9DF43155077}" destId="{D86D8360-B81C-4912-8080-63508AB03552}" srcOrd="0" destOrd="0" presId="urn:microsoft.com/office/officeart/2005/8/layout/radial6"/>
    <dgm:cxn modelId="{9E57C9D3-47B6-476F-8BE0-A9F48BCA417F}" type="presParOf" srcId="{416DCE5A-44C8-43A6-81A9-A9DF43155077}" destId="{F53445B2-BDAF-40C1-AE82-6AD179121A59}" srcOrd="1" destOrd="0" presId="urn:microsoft.com/office/officeart/2005/8/layout/radial6"/>
    <dgm:cxn modelId="{05D5A65E-014B-4CFD-95A5-AD0992D403DA}" type="presParOf" srcId="{416DCE5A-44C8-43A6-81A9-A9DF43155077}" destId="{9DA03813-2D08-4C1A-A419-141F24379BA5}" srcOrd="2" destOrd="0" presId="urn:microsoft.com/office/officeart/2005/8/layout/radial6"/>
    <dgm:cxn modelId="{82998CBE-1EC0-4E8D-AE4E-F1B865AED1F6}" type="presParOf" srcId="{416DCE5A-44C8-43A6-81A9-A9DF43155077}" destId="{213FA7B6-B40A-4307-801A-09F511AC6CA0}" srcOrd="3" destOrd="0" presId="urn:microsoft.com/office/officeart/2005/8/layout/radial6"/>
    <dgm:cxn modelId="{E15B1141-4F65-40BF-AE4B-C8D7DDAEB479}" type="presParOf" srcId="{416DCE5A-44C8-43A6-81A9-A9DF43155077}" destId="{8435F166-8A42-4772-949D-EBAC67175EB5}" srcOrd="4" destOrd="0" presId="urn:microsoft.com/office/officeart/2005/8/layout/radial6"/>
    <dgm:cxn modelId="{04E3F7AD-4CBE-47BE-BE0E-A2DC43EC4F25}" type="presParOf" srcId="{416DCE5A-44C8-43A6-81A9-A9DF43155077}" destId="{48271707-43B1-4D2B-9E1B-2608EE21DBFF}" srcOrd="5" destOrd="0" presId="urn:microsoft.com/office/officeart/2005/8/layout/radial6"/>
    <dgm:cxn modelId="{F1E37432-5415-4E5E-B9CB-B5C277AA4C28}" type="presParOf" srcId="{416DCE5A-44C8-43A6-81A9-A9DF43155077}" destId="{8EB4555D-D89A-4DCC-8AEA-64D49267E250}" srcOrd="6" destOrd="0" presId="urn:microsoft.com/office/officeart/2005/8/layout/radial6"/>
    <dgm:cxn modelId="{CA8DC385-4733-40A7-B56C-ECCC9D2FA120}" type="presParOf" srcId="{416DCE5A-44C8-43A6-81A9-A9DF43155077}" destId="{A58F79B2-D18A-4E76-9301-C8C22AA895D8}" srcOrd="7" destOrd="0" presId="urn:microsoft.com/office/officeart/2005/8/layout/radial6"/>
    <dgm:cxn modelId="{2042C1C7-7B77-4E02-9A99-9CBBE3EDC0C1}" type="presParOf" srcId="{416DCE5A-44C8-43A6-81A9-A9DF43155077}" destId="{07A60A0C-15FB-42C8-901A-A3F27444C87A}" srcOrd="8" destOrd="0" presId="urn:microsoft.com/office/officeart/2005/8/layout/radial6"/>
    <dgm:cxn modelId="{07D4FD24-27A4-4A94-8E70-E23A26B38D02}" type="presParOf" srcId="{416DCE5A-44C8-43A6-81A9-A9DF43155077}" destId="{54D883C9-7DBD-4BF1-B8C7-6F35E621C90B}" srcOrd="9" destOrd="0" presId="urn:microsoft.com/office/officeart/2005/8/layout/radial6"/>
    <dgm:cxn modelId="{4392F32A-E25A-47EC-84F3-A7068F64153A}" type="presParOf" srcId="{416DCE5A-44C8-43A6-81A9-A9DF43155077}" destId="{677273C4-C3F4-44B7-A4BD-3884652F4D8C}" srcOrd="10" destOrd="0" presId="urn:microsoft.com/office/officeart/2005/8/layout/radial6"/>
    <dgm:cxn modelId="{30D07A0E-2D35-466E-BC84-7441FA755564}" type="presParOf" srcId="{416DCE5A-44C8-43A6-81A9-A9DF43155077}" destId="{CA474641-C78A-49BE-8B94-87B8E2DD542E}" srcOrd="11" destOrd="0" presId="urn:microsoft.com/office/officeart/2005/8/layout/radial6"/>
    <dgm:cxn modelId="{B56A74D2-04C2-4104-8960-2DC4ADDFE02A}" type="presParOf" srcId="{416DCE5A-44C8-43A6-81A9-A9DF43155077}" destId="{7C46CE5D-6EC7-42BB-83FD-FD11FEBF7711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52584EE-99F2-489C-9A16-030183F5C9BA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20C1F802-6E2F-4FEA-92D0-D09CA4553AB9}">
      <dgm:prSet/>
      <dgm:spPr/>
      <dgm:t>
        <a:bodyPr/>
        <a:lstStyle/>
        <a:p>
          <a:pPr rtl="0"/>
          <a:r>
            <a:rPr lang="es-PE"/>
            <a:t>Backend: PHP</a:t>
          </a:r>
          <a:endParaRPr lang="es-ES"/>
        </a:p>
      </dgm:t>
    </dgm:pt>
    <dgm:pt modelId="{91156E87-C253-433D-9C5F-03648FC215F0}" type="parTrans" cxnId="{734D34AC-5713-4484-94E0-1F6609CAC17D}">
      <dgm:prSet/>
      <dgm:spPr/>
      <dgm:t>
        <a:bodyPr/>
        <a:lstStyle/>
        <a:p>
          <a:endParaRPr lang="es-PE"/>
        </a:p>
      </dgm:t>
    </dgm:pt>
    <dgm:pt modelId="{17F5ED33-5437-421B-AEB6-E849D11886DF}" type="sibTrans" cxnId="{734D34AC-5713-4484-94E0-1F6609CAC17D}">
      <dgm:prSet/>
      <dgm:spPr/>
      <dgm:t>
        <a:bodyPr/>
        <a:lstStyle/>
        <a:p>
          <a:endParaRPr lang="es-PE"/>
        </a:p>
      </dgm:t>
    </dgm:pt>
    <dgm:pt modelId="{83F95D65-5D7B-43A8-A404-D7E6640BEE44}">
      <dgm:prSet/>
      <dgm:spPr/>
      <dgm:t>
        <a:bodyPr/>
        <a:lstStyle/>
        <a:p>
          <a:pPr rtl="0"/>
          <a:r>
            <a:rPr lang="es-PE"/>
            <a:t>Base de datos: MySQL</a:t>
          </a:r>
          <a:endParaRPr lang="es-ES"/>
        </a:p>
      </dgm:t>
    </dgm:pt>
    <dgm:pt modelId="{83C9CD18-23EE-4D9A-91A4-8B002C353DED}" type="parTrans" cxnId="{00D77A5E-125A-46CE-B64C-C9F0FDD6F467}">
      <dgm:prSet/>
      <dgm:spPr/>
      <dgm:t>
        <a:bodyPr/>
        <a:lstStyle/>
        <a:p>
          <a:endParaRPr lang="es-PE"/>
        </a:p>
      </dgm:t>
    </dgm:pt>
    <dgm:pt modelId="{ECB1F380-FD6D-462B-A7DC-4D4627E887D5}" type="sibTrans" cxnId="{00D77A5E-125A-46CE-B64C-C9F0FDD6F467}">
      <dgm:prSet/>
      <dgm:spPr/>
      <dgm:t>
        <a:bodyPr/>
        <a:lstStyle/>
        <a:p>
          <a:endParaRPr lang="es-PE"/>
        </a:p>
      </dgm:t>
    </dgm:pt>
    <dgm:pt modelId="{957DC6DD-AD41-426D-B45B-ACC668625476}">
      <dgm:prSet/>
      <dgm:spPr/>
      <dgm:t>
        <a:bodyPr/>
        <a:lstStyle/>
        <a:p>
          <a:pPr rtl="0"/>
          <a:r>
            <a:rPr lang="es-PE"/>
            <a:t>Frontend: HTML, CSS y JavaScript</a:t>
          </a:r>
          <a:endParaRPr lang="es-ES"/>
        </a:p>
      </dgm:t>
    </dgm:pt>
    <dgm:pt modelId="{82530A54-501D-48ED-968F-BBD71B515C54}" type="parTrans" cxnId="{BB522DF9-6251-4AFC-930C-EBDA53A813A5}">
      <dgm:prSet/>
      <dgm:spPr/>
      <dgm:t>
        <a:bodyPr/>
        <a:lstStyle/>
        <a:p>
          <a:endParaRPr lang="es-PE"/>
        </a:p>
      </dgm:t>
    </dgm:pt>
    <dgm:pt modelId="{805C976B-E62B-4967-A55F-96E4436D36F2}" type="sibTrans" cxnId="{BB522DF9-6251-4AFC-930C-EBDA53A813A5}">
      <dgm:prSet/>
      <dgm:spPr/>
      <dgm:t>
        <a:bodyPr/>
        <a:lstStyle/>
        <a:p>
          <a:endParaRPr lang="es-PE"/>
        </a:p>
      </dgm:t>
    </dgm:pt>
    <dgm:pt modelId="{E5142C6A-457E-4153-953D-6DECC50DF3DD}">
      <dgm:prSet/>
      <dgm:spPr/>
      <dgm:t>
        <a:bodyPr/>
        <a:lstStyle/>
        <a:p>
          <a:pPr rtl="0"/>
          <a:r>
            <a:rPr lang="es-PE"/>
            <a:t>Desarrollo sin frameworks para mayor control y optimización.</a:t>
          </a:r>
          <a:endParaRPr lang="es-ES"/>
        </a:p>
      </dgm:t>
    </dgm:pt>
    <dgm:pt modelId="{108D16E8-D5FE-4F63-8DBF-F7882138E69D}" type="parTrans" cxnId="{3E087EF1-83D8-4354-9732-572CA515C878}">
      <dgm:prSet/>
      <dgm:spPr/>
      <dgm:t>
        <a:bodyPr/>
        <a:lstStyle/>
        <a:p>
          <a:endParaRPr lang="es-PE"/>
        </a:p>
      </dgm:t>
    </dgm:pt>
    <dgm:pt modelId="{24386F4B-734D-4402-B6B9-306804B78531}" type="sibTrans" cxnId="{3E087EF1-83D8-4354-9732-572CA515C878}">
      <dgm:prSet/>
      <dgm:spPr/>
      <dgm:t>
        <a:bodyPr/>
        <a:lstStyle/>
        <a:p>
          <a:endParaRPr lang="es-PE"/>
        </a:p>
      </dgm:t>
    </dgm:pt>
    <dgm:pt modelId="{EF475BC3-8AF4-42C0-B8FE-5AC99A853BC6}" type="pres">
      <dgm:prSet presAssocID="{252584EE-99F2-489C-9A16-030183F5C9BA}" presName="cycle" presStyleCnt="0">
        <dgm:presLayoutVars>
          <dgm:dir/>
          <dgm:resizeHandles val="exact"/>
        </dgm:presLayoutVars>
      </dgm:prSet>
      <dgm:spPr/>
    </dgm:pt>
    <dgm:pt modelId="{62AF30F8-EFE8-4739-ACE7-108EA1A0C007}" type="pres">
      <dgm:prSet presAssocID="{20C1F802-6E2F-4FEA-92D0-D09CA4553AB9}" presName="dummy" presStyleCnt="0"/>
      <dgm:spPr/>
    </dgm:pt>
    <dgm:pt modelId="{4C8BCF19-490F-4173-B1F2-9260D42651A5}" type="pres">
      <dgm:prSet presAssocID="{20C1F802-6E2F-4FEA-92D0-D09CA4553AB9}" presName="node" presStyleLbl="revTx" presStyleIdx="0" presStyleCnt="4">
        <dgm:presLayoutVars>
          <dgm:bulletEnabled val="1"/>
        </dgm:presLayoutVars>
      </dgm:prSet>
      <dgm:spPr/>
    </dgm:pt>
    <dgm:pt modelId="{E5877190-AD4B-4FE1-8941-E4F00C0A5236}" type="pres">
      <dgm:prSet presAssocID="{17F5ED33-5437-421B-AEB6-E849D11886DF}" presName="sibTrans" presStyleLbl="node1" presStyleIdx="0" presStyleCnt="4"/>
      <dgm:spPr/>
    </dgm:pt>
    <dgm:pt modelId="{94F5FD12-37AF-4385-B2BB-29241009EDB5}" type="pres">
      <dgm:prSet presAssocID="{83F95D65-5D7B-43A8-A404-D7E6640BEE44}" presName="dummy" presStyleCnt="0"/>
      <dgm:spPr/>
    </dgm:pt>
    <dgm:pt modelId="{DE8D39F8-9028-4B08-ADA8-A91C215D0CDD}" type="pres">
      <dgm:prSet presAssocID="{83F95D65-5D7B-43A8-A404-D7E6640BEE44}" presName="node" presStyleLbl="revTx" presStyleIdx="1" presStyleCnt="4">
        <dgm:presLayoutVars>
          <dgm:bulletEnabled val="1"/>
        </dgm:presLayoutVars>
      </dgm:prSet>
      <dgm:spPr/>
    </dgm:pt>
    <dgm:pt modelId="{194BEE16-9447-4077-B38E-89DD37DF9DB6}" type="pres">
      <dgm:prSet presAssocID="{ECB1F380-FD6D-462B-A7DC-4D4627E887D5}" presName="sibTrans" presStyleLbl="node1" presStyleIdx="1" presStyleCnt="4"/>
      <dgm:spPr/>
    </dgm:pt>
    <dgm:pt modelId="{459C82DE-C556-417F-A295-A16C1EA0E8DC}" type="pres">
      <dgm:prSet presAssocID="{957DC6DD-AD41-426D-B45B-ACC668625476}" presName="dummy" presStyleCnt="0"/>
      <dgm:spPr/>
    </dgm:pt>
    <dgm:pt modelId="{46C0C665-EC18-4A4C-81AA-19D3318B36BE}" type="pres">
      <dgm:prSet presAssocID="{957DC6DD-AD41-426D-B45B-ACC668625476}" presName="node" presStyleLbl="revTx" presStyleIdx="2" presStyleCnt="4">
        <dgm:presLayoutVars>
          <dgm:bulletEnabled val="1"/>
        </dgm:presLayoutVars>
      </dgm:prSet>
      <dgm:spPr/>
    </dgm:pt>
    <dgm:pt modelId="{496EFFD6-5E13-4F67-B3C8-395D2CC4A9E2}" type="pres">
      <dgm:prSet presAssocID="{805C976B-E62B-4967-A55F-96E4436D36F2}" presName="sibTrans" presStyleLbl="node1" presStyleIdx="2" presStyleCnt="4"/>
      <dgm:spPr/>
    </dgm:pt>
    <dgm:pt modelId="{054DC1C0-081C-4EF5-87C3-3DF6371DEC02}" type="pres">
      <dgm:prSet presAssocID="{E5142C6A-457E-4153-953D-6DECC50DF3DD}" presName="dummy" presStyleCnt="0"/>
      <dgm:spPr/>
    </dgm:pt>
    <dgm:pt modelId="{2B94D80D-5856-4E38-A8DD-9CED054E97FA}" type="pres">
      <dgm:prSet presAssocID="{E5142C6A-457E-4153-953D-6DECC50DF3DD}" presName="node" presStyleLbl="revTx" presStyleIdx="3" presStyleCnt="4">
        <dgm:presLayoutVars>
          <dgm:bulletEnabled val="1"/>
        </dgm:presLayoutVars>
      </dgm:prSet>
      <dgm:spPr/>
    </dgm:pt>
    <dgm:pt modelId="{FF253C34-3362-4A29-BB31-7098622BD564}" type="pres">
      <dgm:prSet presAssocID="{24386F4B-734D-4402-B6B9-306804B78531}" presName="sibTrans" presStyleLbl="node1" presStyleIdx="3" presStyleCnt="4"/>
      <dgm:spPr/>
    </dgm:pt>
  </dgm:ptLst>
  <dgm:cxnLst>
    <dgm:cxn modelId="{9D04D705-248A-4036-A001-2F091BEA38E8}" type="presOf" srcId="{E5142C6A-457E-4153-953D-6DECC50DF3DD}" destId="{2B94D80D-5856-4E38-A8DD-9CED054E97FA}" srcOrd="0" destOrd="0" presId="urn:microsoft.com/office/officeart/2005/8/layout/cycle1"/>
    <dgm:cxn modelId="{A522FE3A-B126-484E-B085-492365B0E1D1}" type="presOf" srcId="{252584EE-99F2-489C-9A16-030183F5C9BA}" destId="{EF475BC3-8AF4-42C0-B8FE-5AC99A853BC6}" srcOrd="0" destOrd="0" presId="urn:microsoft.com/office/officeart/2005/8/layout/cycle1"/>
    <dgm:cxn modelId="{00D77A5E-125A-46CE-B64C-C9F0FDD6F467}" srcId="{252584EE-99F2-489C-9A16-030183F5C9BA}" destId="{83F95D65-5D7B-43A8-A404-D7E6640BEE44}" srcOrd="1" destOrd="0" parTransId="{83C9CD18-23EE-4D9A-91A4-8B002C353DED}" sibTransId="{ECB1F380-FD6D-462B-A7DC-4D4627E887D5}"/>
    <dgm:cxn modelId="{B289136D-F5A0-48FB-A7BE-A7D25E67A76D}" type="presOf" srcId="{ECB1F380-FD6D-462B-A7DC-4D4627E887D5}" destId="{194BEE16-9447-4077-B38E-89DD37DF9DB6}" srcOrd="0" destOrd="0" presId="urn:microsoft.com/office/officeart/2005/8/layout/cycle1"/>
    <dgm:cxn modelId="{6C919785-057E-410B-9B8F-E35BCA35E9AD}" type="presOf" srcId="{24386F4B-734D-4402-B6B9-306804B78531}" destId="{FF253C34-3362-4A29-BB31-7098622BD564}" srcOrd="0" destOrd="0" presId="urn:microsoft.com/office/officeart/2005/8/layout/cycle1"/>
    <dgm:cxn modelId="{154A1589-7BBC-4DE6-8B5B-8CB98B59F238}" type="presOf" srcId="{957DC6DD-AD41-426D-B45B-ACC668625476}" destId="{46C0C665-EC18-4A4C-81AA-19D3318B36BE}" srcOrd="0" destOrd="0" presId="urn:microsoft.com/office/officeart/2005/8/layout/cycle1"/>
    <dgm:cxn modelId="{AF2D3C98-C683-4EA9-A70A-8E344A235324}" type="presOf" srcId="{20C1F802-6E2F-4FEA-92D0-D09CA4553AB9}" destId="{4C8BCF19-490F-4173-B1F2-9260D42651A5}" srcOrd="0" destOrd="0" presId="urn:microsoft.com/office/officeart/2005/8/layout/cycle1"/>
    <dgm:cxn modelId="{BB22839B-9FCA-4111-B309-84DB2D0E6417}" type="presOf" srcId="{805C976B-E62B-4967-A55F-96E4436D36F2}" destId="{496EFFD6-5E13-4F67-B3C8-395D2CC4A9E2}" srcOrd="0" destOrd="0" presId="urn:microsoft.com/office/officeart/2005/8/layout/cycle1"/>
    <dgm:cxn modelId="{734D34AC-5713-4484-94E0-1F6609CAC17D}" srcId="{252584EE-99F2-489C-9A16-030183F5C9BA}" destId="{20C1F802-6E2F-4FEA-92D0-D09CA4553AB9}" srcOrd="0" destOrd="0" parTransId="{91156E87-C253-433D-9C5F-03648FC215F0}" sibTransId="{17F5ED33-5437-421B-AEB6-E849D11886DF}"/>
    <dgm:cxn modelId="{4F9F67CA-E18E-492E-BE7C-66344DDB615F}" type="presOf" srcId="{83F95D65-5D7B-43A8-A404-D7E6640BEE44}" destId="{DE8D39F8-9028-4B08-ADA8-A91C215D0CDD}" srcOrd="0" destOrd="0" presId="urn:microsoft.com/office/officeart/2005/8/layout/cycle1"/>
    <dgm:cxn modelId="{C54E6FEA-3CD7-4B49-986C-BEA4DE91C67E}" type="presOf" srcId="{17F5ED33-5437-421B-AEB6-E849D11886DF}" destId="{E5877190-AD4B-4FE1-8941-E4F00C0A5236}" srcOrd="0" destOrd="0" presId="urn:microsoft.com/office/officeart/2005/8/layout/cycle1"/>
    <dgm:cxn modelId="{3E087EF1-83D8-4354-9732-572CA515C878}" srcId="{252584EE-99F2-489C-9A16-030183F5C9BA}" destId="{E5142C6A-457E-4153-953D-6DECC50DF3DD}" srcOrd="3" destOrd="0" parTransId="{108D16E8-D5FE-4F63-8DBF-F7882138E69D}" sibTransId="{24386F4B-734D-4402-B6B9-306804B78531}"/>
    <dgm:cxn modelId="{BB522DF9-6251-4AFC-930C-EBDA53A813A5}" srcId="{252584EE-99F2-489C-9A16-030183F5C9BA}" destId="{957DC6DD-AD41-426D-B45B-ACC668625476}" srcOrd="2" destOrd="0" parTransId="{82530A54-501D-48ED-968F-BBD71B515C54}" sibTransId="{805C976B-E62B-4967-A55F-96E4436D36F2}"/>
    <dgm:cxn modelId="{B549AFDF-59C3-46CB-A589-7122A894E443}" type="presParOf" srcId="{EF475BC3-8AF4-42C0-B8FE-5AC99A853BC6}" destId="{62AF30F8-EFE8-4739-ACE7-108EA1A0C007}" srcOrd="0" destOrd="0" presId="urn:microsoft.com/office/officeart/2005/8/layout/cycle1"/>
    <dgm:cxn modelId="{30C9FDD1-1C4C-4A07-8248-4895E250608B}" type="presParOf" srcId="{EF475BC3-8AF4-42C0-B8FE-5AC99A853BC6}" destId="{4C8BCF19-490F-4173-B1F2-9260D42651A5}" srcOrd="1" destOrd="0" presId="urn:microsoft.com/office/officeart/2005/8/layout/cycle1"/>
    <dgm:cxn modelId="{D28A74BA-82AE-4C1A-8970-86898C02E10B}" type="presParOf" srcId="{EF475BC3-8AF4-42C0-B8FE-5AC99A853BC6}" destId="{E5877190-AD4B-4FE1-8941-E4F00C0A5236}" srcOrd="2" destOrd="0" presId="urn:microsoft.com/office/officeart/2005/8/layout/cycle1"/>
    <dgm:cxn modelId="{1DF0904D-D4F3-47BD-B0CE-3CB5D1E8E3E9}" type="presParOf" srcId="{EF475BC3-8AF4-42C0-B8FE-5AC99A853BC6}" destId="{94F5FD12-37AF-4385-B2BB-29241009EDB5}" srcOrd="3" destOrd="0" presId="urn:microsoft.com/office/officeart/2005/8/layout/cycle1"/>
    <dgm:cxn modelId="{AD6814C2-0179-4DBA-B8A5-E783F10730A9}" type="presParOf" srcId="{EF475BC3-8AF4-42C0-B8FE-5AC99A853BC6}" destId="{DE8D39F8-9028-4B08-ADA8-A91C215D0CDD}" srcOrd="4" destOrd="0" presId="urn:microsoft.com/office/officeart/2005/8/layout/cycle1"/>
    <dgm:cxn modelId="{90969094-E3CF-437B-8233-4458A3D0C7BA}" type="presParOf" srcId="{EF475BC3-8AF4-42C0-B8FE-5AC99A853BC6}" destId="{194BEE16-9447-4077-B38E-89DD37DF9DB6}" srcOrd="5" destOrd="0" presId="urn:microsoft.com/office/officeart/2005/8/layout/cycle1"/>
    <dgm:cxn modelId="{4EAB04EF-BF7A-448B-94DF-FFD8383710A4}" type="presParOf" srcId="{EF475BC3-8AF4-42C0-B8FE-5AC99A853BC6}" destId="{459C82DE-C556-417F-A295-A16C1EA0E8DC}" srcOrd="6" destOrd="0" presId="urn:microsoft.com/office/officeart/2005/8/layout/cycle1"/>
    <dgm:cxn modelId="{2AB62201-F3D7-4A3D-8D95-E4C8D83AEFAD}" type="presParOf" srcId="{EF475BC3-8AF4-42C0-B8FE-5AC99A853BC6}" destId="{46C0C665-EC18-4A4C-81AA-19D3318B36BE}" srcOrd="7" destOrd="0" presId="urn:microsoft.com/office/officeart/2005/8/layout/cycle1"/>
    <dgm:cxn modelId="{D8FA7576-E0DF-4BD0-9E7E-7D5DE60A33E8}" type="presParOf" srcId="{EF475BC3-8AF4-42C0-B8FE-5AC99A853BC6}" destId="{496EFFD6-5E13-4F67-B3C8-395D2CC4A9E2}" srcOrd="8" destOrd="0" presId="urn:microsoft.com/office/officeart/2005/8/layout/cycle1"/>
    <dgm:cxn modelId="{FA7AF3D2-C868-4BB3-962E-47C95EC03272}" type="presParOf" srcId="{EF475BC3-8AF4-42C0-B8FE-5AC99A853BC6}" destId="{054DC1C0-081C-4EF5-87C3-3DF6371DEC02}" srcOrd="9" destOrd="0" presId="urn:microsoft.com/office/officeart/2005/8/layout/cycle1"/>
    <dgm:cxn modelId="{138407CC-DE19-4635-A214-F110EBEE4A71}" type="presParOf" srcId="{EF475BC3-8AF4-42C0-B8FE-5AC99A853BC6}" destId="{2B94D80D-5856-4E38-A8DD-9CED054E97FA}" srcOrd="10" destOrd="0" presId="urn:microsoft.com/office/officeart/2005/8/layout/cycle1"/>
    <dgm:cxn modelId="{D1FF0CE6-4DEC-412C-9486-A3BB902A7DB9}" type="presParOf" srcId="{EF475BC3-8AF4-42C0-B8FE-5AC99A853BC6}" destId="{FF253C34-3362-4A29-BB31-7098622BD564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DB6F280-2E42-4F48-9492-14D34065EBCA}" type="doc">
      <dgm:prSet loTypeId="urn:microsoft.com/office/officeart/2005/8/layout/radial4" loCatId="relationship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09575685-2A5D-42C5-B59E-F179C8A891A4}">
      <dgm:prSet/>
      <dgm:spPr/>
      <dgm:t>
        <a:bodyPr/>
        <a:lstStyle/>
        <a:p>
          <a:pPr rtl="0"/>
          <a:r>
            <a:rPr lang="es-419" b="1"/>
            <a:t>Errores en el registro de información</a:t>
          </a:r>
          <a:endParaRPr lang="es-ES"/>
        </a:p>
      </dgm:t>
    </dgm:pt>
    <dgm:pt modelId="{5B388BB0-EAD7-45B8-B529-3FDB7BD75332}" type="parTrans" cxnId="{45F3EFD1-6B09-44D9-98D9-666BB8906535}">
      <dgm:prSet/>
      <dgm:spPr/>
      <dgm:t>
        <a:bodyPr/>
        <a:lstStyle/>
        <a:p>
          <a:endParaRPr lang="es-PE"/>
        </a:p>
      </dgm:t>
    </dgm:pt>
    <dgm:pt modelId="{F23966D7-4D8E-42C0-8E4F-759095C23953}" type="sibTrans" cxnId="{45F3EFD1-6B09-44D9-98D9-666BB8906535}">
      <dgm:prSet/>
      <dgm:spPr/>
      <dgm:t>
        <a:bodyPr/>
        <a:lstStyle/>
        <a:p>
          <a:endParaRPr lang="es-PE"/>
        </a:p>
      </dgm:t>
    </dgm:pt>
    <dgm:pt modelId="{ED43F6EF-DA81-4AD6-A0D3-0DE0E87FA477}">
      <dgm:prSet/>
      <dgm:spPr/>
      <dgm:t>
        <a:bodyPr/>
        <a:lstStyle/>
        <a:p>
          <a:pPr rtl="0"/>
          <a:r>
            <a:rPr lang="es-419" b="1"/>
            <a:t>Errores de digitación por falta de validaciones automáticas.</a:t>
          </a:r>
          <a:endParaRPr lang="es-ES" b="1"/>
        </a:p>
      </dgm:t>
    </dgm:pt>
    <dgm:pt modelId="{A164DA2D-6DB2-42EF-BFAD-4551F2DB84C1}" type="parTrans" cxnId="{0F26BA30-F85B-4878-ABC0-B24922F48083}">
      <dgm:prSet/>
      <dgm:spPr/>
      <dgm:t>
        <a:bodyPr/>
        <a:lstStyle/>
        <a:p>
          <a:endParaRPr lang="es-PE"/>
        </a:p>
      </dgm:t>
    </dgm:pt>
    <dgm:pt modelId="{9B6E947F-4B22-4AE7-889E-95671AB52EB0}" type="sibTrans" cxnId="{0F26BA30-F85B-4878-ABC0-B24922F48083}">
      <dgm:prSet/>
      <dgm:spPr/>
      <dgm:t>
        <a:bodyPr/>
        <a:lstStyle/>
        <a:p>
          <a:endParaRPr lang="es-PE"/>
        </a:p>
      </dgm:t>
    </dgm:pt>
    <dgm:pt modelId="{E4F97BBD-4844-4AB1-8139-A119D9C06B18}">
      <dgm:prSet/>
      <dgm:spPr/>
      <dgm:t>
        <a:bodyPr/>
        <a:lstStyle/>
        <a:p>
          <a:pPr rtl="0"/>
          <a:r>
            <a:rPr lang="es-419" b="1"/>
            <a:t>Categorización incorrecta de gastos.</a:t>
          </a:r>
          <a:endParaRPr lang="es-ES" b="1"/>
        </a:p>
      </dgm:t>
    </dgm:pt>
    <dgm:pt modelId="{8F599D43-8457-4006-9C68-061F4377958B}" type="parTrans" cxnId="{DAD7AC13-FD09-4D62-B7D1-288858263F20}">
      <dgm:prSet/>
      <dgm:spPr/>
      <dgm:t>
        <a:bodyPr/>
        <a:lstStyle/>
        <a:p>
          <a:endParaRPr lang="es-PE"/>
        </a:p>
      </dgm:t>
    </dgm:pt>
    <dgm:pt modelId="{5B726E98-86C2-499A-A716-C7EC5E4CCE07}" type="sibTrans" cxnId="{DAD7AC13-FD09-4D62-B7D1-288858263F20}">
      <dgm:prSet/>
      <dgm:spPr/>
      <dgm:t>
        <a:bodyPr/>
        <a:lstStyle/>
        <a:p>
          <a:endParaRPr lang="es-PE"/>
        </a:p>
      </dgm:t>
    </dgm:pt>
    <dgm:pt modelId="{A395689C-47ED-4893-90FC-6886CB18122D}">
      <dgm:prSet/>
      <dgm:spPr/>
      <dgm:t>
        <a:bodyPr/>
        <a:lstStyle/>
        <a:p>
          <a:pPr rtl="0"/>
          <a:r>
            <a:rPr lang="es-419" b="1"/>
            <a:t>Ingreso de montos fuera de los topes permitidos.</a:t>
          </a:r>
          <a:endParaRPr lang="es-ES" b="1"/>
        </a:p>
      </dgm:t>
    </dgm:pt>
    <dgm:pt modelId="{E29ACD0B-D15F-41D5-975B-A2E7AD61E2DF}" type="parTrans" cxnId="{6C8E3336-A2A7-4CBB-A8B6-1A7857CFA295}">
      <dgm:prSet/>
      <dgm:spPr/>
      <dgm:t>
        <a:bodyPr/>
        <a:lstStyle/>
        <a:p>
          <a:endParaRPr lang="es-PE"/>
        </a:p>
      </dgm:t>
    </dgm:pt>
    <dgm:pt modelId="{C1E71781-4601-4889-A8A0-AF09D939A907}" type="sibTrans" cxnId="{6C8E3336-A2A7-4CBB-A8B6-1A7857CFA295}">
      <dgm:prSet/>
      <dgm:spPr/>
      <dgm:t>
        <a:bodyPr/>
        <a:lstStyle/>
        <a:p>
          <a:endParaRPr lang="es-PE"/>
        </a:p>
      </dgm:t>
    </dgm:pt>
    <dgm:pt modelId="{E79CF82B-C6D4-47C3-9D35-49687AEDB9F2}">
      <dgm:prSet/>
      <dgm:spPr/>
      <dgm:t>
        <a:bodyPr/>
        <a:lstStyle/>
        <a:p>
          <a:pPr rtl="0"/>
          <a:r>
            <a:rPr lang="es-419" b="1"/>
            <a:t>Fechas inválidas o incoherentes.</a:t>
          </a:r>
          <a:endParaRPr lang="es-ES" b="1"/>
        </a:p>
      </dgm:t>
    </dgm:pt>
    <dgm:pt modelId="{DCF7CF0B-7A57-4B7B-802C-CF8E773A93A9}" type="parTrans" cxnId="{83A9E15E-3114-4877-B4FC-D458E720187D}">
      <dgm:prSet/>
      <dgm:spPr/>
      <dgm:t>
        <a:bodyPr/>
        <a:lstStyle/>
        <a:p>
          <a:endParaRPr lang="es-PE"/>
        </a:p>
      </dgm:t>
    </dgm:pt>
    <dgm:pt modelId="{06CFF3FB-F10F-47A3-90C1-13705FA09FB5}" type="sibTrans" cxnId="{83A9E15E-3114-4877-B4FC-D458E720187D}">
      <dgm:prSet/>
      <dgm:spPr/>
      <dgm:t>
        <a:bodyPr/>
        <a:lstStyle/>
        <a:p>
          <a:endParaRPr lang="es-PE"/>
        </a:p>
      </dgm:t>
    </dgm:pt>
    <dgm:pt modelId="{2B0A85FD-F735-4980-9242-0E6846FBF8CB}">
      <dgm:prSet/>
      <dgm:spPr/>
      <dgm:t>
        <a:bodyPr/>
        <a:lstStyle/>
        <a:p>
          <a:pPr rtl="0"/>
          <a:r>
            <a:rPr lang="es-419" b="1"/>
            <a:t>Olvido o ausencia de documentos sustentatorios.</a:t>
          </a:r>
          <a:endParaRPr lang="es-ES" b="1"/>
        </a:p>
      </dgm:t>
    </dgm:pt>
    <dgm:pt modelId="{07D2E7E1-7CE6-4FC1-84AF-D7E73FD52BA2}" type="parTrans" cxnId="{30FA05B3-ABEE-4AEF-939E-87E7EEB4C25C}">
      <dgm:prSet/>
      <dgm:spPr/>
      <dgm:t>
        <a:bodyPr/>
        <a:lstStyle/>
        <a:p>
          <a:endParaRPr lang="es-PE"/>
        </a:p>
      </dgm:t>
    </dgm:pt>
    <dgm:pt modelId="{A184F1C6-8680-4BB9-91A7-572CAA63F7C5}" type="sibTrans" cxnId="{30FA05B3-ABEE-4AEF-939E-87E7EEB4C25C}">
      <dgm:prSet/>
      <dgm:spPr/>
      <dgm:t>
        <a:bodyPr/>
        <a:lstStyle/>
        <a:p>
          <a:endParaRPr lang="es-PE"/>
        </a:p>
      </dgm:t>
    </dgm:pt>
    <dgm:pt modelId="{6D76F444-6072-46EE-8D43-824CA5EC4B5F}" type="pres">
      <dgm:prSet presAssocID="{1DB6F280-2E42-4F48-9492-14D34065EBCA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8E36167-486E-438C-A81E-DD8696E6D9D7}" type="pres">
      <dgm:prSet presAssocID="{09575685-2A5D-42C5-B59E-F179C8A891A4}" presName="centerShape" presStyleLbl="node0" presStyleIdx="0" presStyleCnt="1"/>
      <dgm:spPr/>
    </dgm:pt>
    <dgm:pt modelId="{1B186658-C6C1-4919-BC10-57F7A8ECBCA8}" type="pres">
      <dgm:prSet presAssocID="{A164DA2D-6DB2-42EF-BFAD-4551F2DB84C1}" presName="parTrans" presStyleLbl="bgSibTrans2D1" presStyleIdx="0" presStyleCnt="5"/>
      <dgm:spPr/>
    </dgm:pt>
    <dgm:pt modelId="{3A294EA3-BCB2-4D6D-A61A-3DD0AB47CDE0}" type="pres">
      <dgm:prSet presAssocID="{ED43F6EF-DA81-4AD6-A0D3-0DE0E87FA477}" presName="node" presStyleLbl="node1" presStyleIdx="0" presStyleCnt="5">
        <dgm:presLayoutVars>
          <dgm:bulletEnabled val="1"/>
        </dgm:presLayoutVars>
      </dgm:prSet>
      <dgm:spPr/>
    </dgm:pt>
    <dgm:pt modelId="{F8A9059C-2313-419A-88D0-1FBA05F118F6}" type="pres">
      <dgm:prSet presAssocID="{8F599D43-8457-4006-9C68-061F4377958B}" presName="parTrans" presStyleLbl="bgSibTrans2D1" presStyleIdx="1" presStyleCnt="5"/>
      <dgm:spPr/>
    </dgm:pt>
    <dgm:pt modelId="{66B65B91-EB09-4F07-B2DD-B652C64E00C5}" type="pres">
      <dgm:prSet presAssocID="{E4F97BBD-4844-4AB1-8139-A119D9C06B18}" presName="node" presStyleLbl="node1" presStyleIdx="1" presStyleCnt="5">
        <dgm:presLayoutVars>
          <dgm:bulletEnabled val="1"/>
        </dgm:presLayoutVars>
      </dgm:prSet>
      <dgm:spPr/>
    </dgm:pt>
    <dgm:pt modelId="{D3525694-C3F6-4FD4-AFC2-5817A473EE39}" type="pres">
      <dgm:prSet presAssocID="{E29ACD0B-D15F-41D5-975B-A2E7AD61E2DF}" presName="parTrans" presStyleLbl="bgSibTrans2D1" presStyleIdx="2" presStyleCnt="5"/>
      <dgm:spPr/>
    </dgm:pt>
    <dgm:pt modelId="{9EB644CF-097A-4999-A38B-0CFA9271D3DE}" type="pres">
      <dgm:prSet presAssocID="{A395689C-47ED-4893-90FC-6886CB18122D}" presName="node" presStyleLbl="node1" presStyleIdx="2" presStyleCnt="5">
        <dgm:presLayoutVars>
          <dgm:bulletEnabled val="1"/>
        </dgm:presLayoutVars>
      </dgm:prSet>
      <dgm:spPr/>
    </dgm:pt>
    <dgm:pt modelId="{DD5D16FC-C596-40FC-A265-C7FE7E9918FF}" type="pres">
      <dgm:prSet presAssocID="{DCF7CF0B-7A57-4B7B-802C-CF8E773A93A9}" presName="parTrans" presStyleLbl="bgSibTrans2D1" presStyleIdx="3" presStyleCnt="5"/>
      <dgm:spPr/>
    </dgm:pt>
    <dgm:pt modelId="{FC4EA7F6-0B2D-467B-91C5-FDC3E0584DD9}" type="pres">
      <dgm:prSet presAssocID="{E79CF82B-C6D4-47C3-9D35-49687AEDB9F2}" presName="node" presStyleLbl="node1" presStyleIdx="3" presStyleCnt="5">
        <dgm:presLayoutVars>
          <dgm:bulletEnabled val="1"/>
        </dgm:presLayoutVars>
      </dgm:prSet>
      <dgm:spPr/>
    </dgm:pt>
    <dgm:pt modelId="{EF58EB63-52AB-4022-BF9E-63A5C0CDBF14}" type="pres">
      <dgm:prSet presAssocID="{07D2E7E1-7CE6-4FC1-84AF-D7E73FD52BA2}" presName="parTrans" presStyleLbl="bgSibTrans2D1" presStyleIdx="4" presStyleCnt="5"/>
      <dgm:spPr/>
    </dgm:pt>
    <dgm:pt modelId="{959E03A9-4E53-4FA2-8CD0-E28279A571C1}" type="pres">
      <dgm:prSet presAssocID="{2B0A85FD-F735-4980-9242-0E6846FBF8CB}" presName="node" presStyleLbl="node1" presStyleIdx="4" presStyleCnt="5">
        <dgm:presLayoutVars>
          <dgm:bulletEnabled val="1"/>
        </dgm:presLayoutVars>
      </dgm:prSet>
      <dgm:spPr/>
    </dgm:pt>
  </dgm:ptLst>
  <dgm:cxnLst>
    <dgm:cxn modelId="{E2E74901-FBCF-4BBE-BD24-F6E45C13D3F0}" type="presOf" srcId="{A164DA2D-6DB2-42EF-BFAD-4551F2DB84C1}" destId="{1B186658-C6C1-4919-BC10-57F7A8ECBCA8}" srcOrd="0" destOrd="0" presId="urn:microsoft.com/office/officeart/2005/8/layout/radial4"/>
    <dgm:cxn modelId="{27D00910-DDD6-4A9E-BE94-FB97EF93E97D}" type="presOf" srcId="{8F599D43-8457-4006-9C68-061F4377958B}" destId="{F8A9059C-2313-419A-88D0-1FBA05F118F6}" srcOrd="0" destOrd="0" presId="urn:microsoft.com/office/officeart/2005/8/layout/radial4"/>
    <dgm:cxn modelId="{DAD7AC13-FD09-4D62-B7D1-288858263F20}" srcId="{09575685-2A5D-42C5-B59E-F179C8A891A4}" destId="{E4F97BBD-4844-4AB1-8139-A119D9C06B18}" srcOrd="1" destOrd="0" parTransId="{8F599D43-8457-4006-9C68-061F4377958B}" sibTransId="{5B726E98-86C2-499A-A716-C7EC5E4CCE07}"/>
    <dgm:cxn modelId="{FA733B16-C94A-4371-884D-ACDE761A0CF9}" type="presOf" srcId="{E4F97BBD-4844-4AB1-8139-A119D9C06B18}" destId="{66B65B91-EB09-4F07-B2DD-B652C64E00C5}" srcOrd="0" destOrd="0" presId="urn:microsoft.com/office/officeart/2005/8/layout/radial4"/>
    <dgm:cxn modelId="{4C46BE20-5CD5-4D9F-B435-8C7102A2D993}" type="presOf" srcId="{2B0A85FD-F735-4980-9242-0E6846FBF8CB}" destId="{959E03A9-4E53-4FA2-8CD0-E28279A571C1}" srcOrd="0" destOrd="0" presId="urn:microsoft.com/office/officeart/2005/8/layout/radial4"/>
    <dgm:cxn modelId="{E9E15F28-5771-4474-8AA3-28653E1C7155}" type="presOf" srcId="{A395689C-47ED-4893-90FC-6886CB18122D}" destId="{9EB644CF-097A-4999-A38B-0CFA9271D3DE}" srcOrd="0" destOrd="0" presId="urn:microsoft.com/office/officeart/2005/8/layout/radial4"/>
    <dgm:cxn modelId="{0F26BA30-F85B-4878-ABC0-B24922F48083}" srcId="{09575685-2A5D-42C5-B59E-F179C8A891A4}" destId="{ED43F6EF-DA81-4AD6-A0D3-0DE0E87FA477}" srcOrd="0" destOrd="0" parTransId="{A164DA2D-6DB2-42EF-BFAD-4551F2DB84C1}" sibTransId="{9B6E947F-4B22-4AE7-889E-95671AB52EB0}"/>
    <dgm:cxn modelId="{6C8E3336-A2A7-4CBB-A8B6-1A7857CFA295}" srcId="{09575685-2A5D-42C5-B59E-F179C8A891A4}" destId="{A395689C-47ED-4893-90FC-6886CB18122D}" srcOrd="2" destOrd="0" parTransId="{E29ACD0B-D15F-41D5-975B-A2E7AD61E2DF}" sibTransId="{C1E71781-4601-4889-A8A0-AF09D939A907}"/>
    <dgm:cxn modelId="{83A9E15E-3114-4877-B4FC-D458E720187D}" srcId="{09575685-2A5D-42C5-B59E-F179C8A891A4}" destId="{E79CF82B-C6D4-47C3-9D35-49687AEDB9F2}" srcOrd="3" destOrd="0" parTransId="{DCF7CF0B-7A57-4B7B-802C-CF8E773A93A9}" sibTransId="{06CFF3FB-F10F-47A3-90C1-13705FA09FB5}"/>
    <dgm:cxn modelId="{FC881762-FF7B-483E-A263-211AF5E89DA9}" type="presOf" srcId="{DCF7CF0B-7A57-4B7B-802C-CF8E773A93A9}" destId="{DD5D16FC-C596-40FC-A265-C7FE7E9918FF}" srcOrd="0" destOrd="0" presId="urn:microsoft.com/office/officeart/2005/8/layout/radial4"/>
    <dgm:cxn modelId="{309F1C63-67AF-46E8-BE24-AA78BA62863A}" type="presOf" srcId="{1DB6F280-2E42-4F48-9492-14D34065EBCA}" destId="{6D76F444-6072-46EE-8D43-824CA5EC4B5F}" srcOrd="0" destOrd="0" presId="urn:microsoft.com/office/officeart/2005/8/layout/radial4"/>
    <dgm:cxn modelId="{A8EB0352-6E3A-402A-8DD0-B7C4BE10C8A2}" type="presOf" srcId="{E79CF82B-C6D4-47C3-9D35-49687AEDB9F2}" destId="{FC4EA7F6-0B2D-467B-91C5-FDC3E0584DD9}" srcOrd="0" destOrd="0" presId="urn:microsoft.com/office/officeart/2005/8/layout/radial4"/>
    <dgm:cxn modelId="{FF48819A-BC04-466E-8DDD-1A581D615CAF}" type="presOf" srcId="{ED43F6EF-DA81-4AD6-A0D3-0DE0E87FA477}" destId="{3A294EA3-BCB2-4D6D-A61A-3DD0AB47CDE0}" srcOrd="0" destOrd="0" presId="urn:microsoft.com/office/officeart/2005/8/layout/radial4"/>
    <dgm:cxn modelId="{C66C2C9C-934D-4ACA-A51D-AE8DBDFBB962}" type="presOf" srcId="{09575685-2A5D-42C5-B59E-F179C8A891A4}" destId="{28E36167-486E-438C-A81E-DD8696E6D9D7}" srcOrd="0" destOrd="0" presId="urn:microsoft.com/office/officeart/2005/8/layout/radial4"/>
    <dgm:cxn modelId="{453CFB9E-32EC-491B-AC7A-0340BC426C33}" type="presOf" srcId="{07D2E7E1-7CE6-4FC1-84AF-D7E73FD52BA2}" destId="{EF58EB63-52AB-4022-BF9E-63A5C0CDBF14}" srcOrd="0" destOrd="0" presId="urn:microsoft.com/office/officeart/2005/8/layout/radial4"/>
    <dgm:cxn modelId="{30FA05B3-ABEE-4AEF-939E-87E7EEB4C25C}" srcId="{09575685-2A5D-42C5-B59E-F179C8A891A4}" destId="{2B0A85FD-F735-4980-9242-0E6846FBF8CB}" srcOrd="4" destOrd="0" parTransId="{07D2E7E1-7CE6-4FC1-84AF-D7E73FD52BA2}" sibTransId="{A184F1C6-8680-4BB9-91A7-572CAA63F7C5}"/>
    <dgm:cxn modelId="{8E6553D0-4CA8-48DA-8AEA-094E95CA4B15}" type="presOf" srcId="{E29ACD0B-D15F-41D5-975B-A2E7AD61E2DF}" destId="{D3525694-C3F6-4FD4-AFC2-5817A473EE39}" srcOrd="0" destOrd="0" presId="urn:microsoft.com/office/officeart/2005/8/layout/radial4"/>
    <dgm:cxn modelId="{45F3EFD1-6B09-44D9-98D9-666BB8906535}" srcId="{1DB6F280-2E42-4F48-9492-14D34065EBCA}" destId="{09575685-2A5D-42C5-B59E-F179C8A891A4}" srcOrd="0" destOrd="0" parTransId="{5B388BB0-EAD7-45B8-B529-3FDB7BD75332}" sibTransId="{F23966D7-4D8E-42C0-8E4F-759095C23953}"/>
    <dgm:cxn modelId="{04053536-9CDF-4164-9F34-0809E21A6513}" type="presParOf" srcId="{6D76F444-6072-46EE-8D43-824CA5EC4B5F}" destId="{28E36167-486E-438C-A81E-DD8696E6D9D7}" srcOrd="0" destOrd="0" presId="urn:microsoft.com/office/officeart/2005/8/layout/radial4"/>
    <dgm:cxn modelId="{E37BF2E4-538A-46B3-9638-70B9890D1274}" type="presParOf" srcId="{6D76F444-6072-46EE-8D43-824CA5EC4B5F}" destId="{1B186658-C6C1-4919-BC10-57F7A8ECBCA8}" srcOrd="1" destOrd="0" presId="urn:microsoft.com/office/officeart/2005/8/layout/radial4"/>
    <dgm:cxn modelId="{5A68CDA0-C366-4909-8481-EF904D0EE83D}" type="presParOf" srcId="{6D76F444-6072-46EE-8D43-824CA5EC4B5F}" destId="{3A294EA3-BCB2-4D6D-A61A-3DD0AB47CDE0}" srcOrd="2" destOrd="0" presId="urn:microsoft.com/office/officeart/2005/8/layout/radial4"/>
    <dgm:cxn modelId="{D7F20F31-5B54-4F23-88B6-9E98D0DBBD7F}" type="presParOf" srcId="{6D76F444-6072-46EE-8D43-824CA5EC4B5F}" destId="{F8A9059C-2313-419A-88D0-1FBA05F118F6}" srcOrd="3" destOrd="0" presId="urn:microsoft.com/office/officeart/2005/8/layout/radial4"/>
    <dgm:cxn modelId="{EC2396BC-E8A3-4BD2-8BFE-9812C7C86258}" type="presParOf" srcId="{6D76F444-6072-46EE-8D43-824CA5EC4B5F}" destId="{66B65B91-EB09-4F07-B2DD-B652C64E00C5}" srcOrd="4" destOrd="0" presId="urn:microsoft.com/office/officeart/2005/8/layout/radial4"/>
    <dgm:cxn modelId="{F2A496B7-A952-4F5D-BF46-D541FF0610F6}" type="presParOf" srcId="{6D76F444-6072-46EE-8D43-824CA5EC4B5F}" destId="{D3525694-C3F6-4FD4-AFC2-5817A473EE39}" srcOrd="5" destOrd="0" presId="urn:microsoft.com/office/officeart/2005/8/layout/radial4"/>
    <dgm:cxn modelId="{AAFFB914-B793-4985-8F41-0CE3BA6475DD}" type="presParOf" srcId="{6D76F444-6072-46EE-8D43-824CA5EC4B5F}" destId="{9EB644CF-097A-4999-A38B-0CFA9271D3DE}" srcOrd="6" destOrd="0" presId="urn:microsoft.com/office/officeart/2005/8/layout/radial4"/>
    <dgm:cxn modelId="{04DED0BD-D5CE-4F67-83FB-2BE8CDC494BE}" type="presParOf" srcId="{6D76F444-6072-46EE-8D43-824CA5EC4B5F}" destId="{DD5D16FC-C596-40FC-A265-C7FE7E9918FF}" srcOrd="7" destOrd="0" presId="urn:microsoft.com/office/officeart/2005/8/layout/radial4"/>
    <dgm:cxn modelId="{0F7B0207-64C1-43FD-86DC-14FCAFA46184}" type="presParOf" srcId="{6D76F444-6072-46EE-8D43-824CA5EC4B5F}" destId="{FC4EA7F6-0B2D-467B-91C5-FDC3E0584DD9}" srcOrd="8" destOrd="0" presId="urn:microsoft.com/office/officeart/2005/8/layout/radial4"/>
    <dgm:cxn modelId="{8443FB6F-3099-43EE-87F4-89368D6FD8E2}" type="presParOf" srcId="{6D76F444-6072-46EE-8D43-824CA5EC4B5F}" destId="{EF58EB63-52AB-4022-BF9E-63A5C0CDBF14}" srcOrd="9" destOrd="0" presId="urn:microsoft.com/office/officeart/2005/8/layout/radial4"/>
    <dgm:cxn modelId="{1351F67C-B1F3-4885-9A1B-773411102FC7}" type="presParOf" srcId="{6D76F444-6072-46EE-8D43-824CA5EC4B5F}" destId="{959E03A9-4E53-4FA2-8CD0-E28279A571C1}" srcOrd="1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E0F9060-DE49-4EBB-B860-06ED2023C9B6}" type="doc">
      <dgm:prSet loTypeId="urn:microsoft.com/office/officeart/2005/8/layout/radial4" loCatId="relationship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C5AE8E70-14E6-414B-B478-17E7B8F52633}">
      <dgm:prSet/>
      <dgm:spPr/>
      <dgm:t>
        <a:bodyPr/>
        <a:lstStyle/>
        <a:p>
          <a:pPr rtl="0"/>
          <a:r>
            <a:rPr lang="es-419" b="1"/>
            <a:t>Falta de controles inmediatos</a:t>
          </a:r>
          <a:endParaRPr lang="es-ES"/>
        </a:p>
      </dgm:t>
    </dgm:pt>
    <dgm:pt modelId="{964F8B69-5E4F-4F4C-91D2-66E0A991ABE0}" type="parTrans" cxnId="{22F7126F-ED24-4DA6-813E-3307E3A3986E}">
      <dgm:prSet/>
      <dgm:spPr/>
      <dgm:t>
        <a:bodyPr/>
        <a:lstStyle/>
        <a:p>
          <a:endParaRPr lang="es-PE"/>
        </a:p>
      </dgm:t>
    </dgm:pt>
    <dgm:pt modelId="{1F4B15F2-BA93-4AF1-ACEA-A971F505EF6E}" type="sibTrans" cxnId="{22F7126F-ED24-4DA6-813E-3307E3A3986E}">
      <dgm:prSet/>
      <dgm:spPr/>
      <dgm:t>
        <a:bodyPr/>
        <a:lstStyle/>
        <a:p>
          <a:endParaRPr lang="es-PE"/>
        </a:p>
      </dgm:t>
    </dgm:pt>
    <dgm:pt modelId="{16C9DFFA-B957-43C1-80E7-7E14A221343E}">
      <dgm:prSet/>
      <dgm:spPr/>
      <dgm:t>
        <a:bodyPr/>
        <a:lstStyle/>
        <a:p>
          <a:pPr rtl="0"/>
          <a:r>
            <a:rPr lang="es-419" b="1"/>
            <a:t>Los errores no se detectan en el momento del registro.</a:t>
          </a:r>
          <a:endParaRPr lang="es-ES"/>
        </a:p>
      </dgm:t>
    </dgm:pt>
    <dgm:pt modelId="{CF6D93FC-284D-4E39-9DD0-9FCDECC7CFD4}" type="parTrans" cxnId="{E7E3CB02-1643-4E2B-AD9F-F2A94E5A8D4D}">
      <dgm:prSet/>
      <dgm:spPr/>
      <dgm:t>
        <a:bodyPr/>
        <a:lstStyle/>
        <a:p>
          <a:endParaRPr lang="es-PE"/>
        </a:p>
      </dgm:t>
    </dgm:pt>
    <dgm:pt modelId="{C7E13E45-9A91-408C-97E5-3842D6FD36F5}" type="sibTrans" cxnId="{E7E3CB02-1643-4E2B-AD9F-F2A94E5A8D4D}">
      <dgm:prSet/>
      <dgm:spPr/>
      <dgm:t>
        <a:bodyPr/>
        <a:lstStyle/>
        <a:p>
          <a:endParaRPr lang="es-PE"/>
        </a:p>
      </dgm:t>
    </dgm:pt>
    <dgm:pt modelId="{BD523184-AC68-4C77-BEB8-36C15ADA0CCE}">
      <dgm:prSet/>
      <dgm:spPr/>
      <dgm:t>
        <a:bodyPr/>
        <a:lstStyle/>
        <a:p>
          <a:pPr rtl="0"/>
          <a:r>
            <a:rPr lang="es-419" b="1"/>
            <a:t>La validación depende exclusivamente de la revisión manual posterior.</a:t>
          </a:r>
          <a:endParaRPr lang="es-ES"/>
        </a:p>
      </dgm:t>
    </dgm:pt>
    <dgm:pt modelId="{13DEE44B-B620-45DA-BEE7-3A83F13AC356}" type="parTrans" cxnId="{787D590E-377A-4A00-A3D2-FB81DDB852A6}">
      <dgm:prSet/>
      <dgm:spPr/>
      <dgm:t>
        <a:bodyPr/>
        <a:lstStyle/>
        <a:p>
          <a:endParaRPr lang="es-PE"/>
        </a:p>
      </dgm:t>
    </dgm:pt>
    <dgm:pt modelId="{C0C3D5C7-27CE-4BDF-9DBA-53BA8A306DA8}" type="sibTrans" cxnId="{787D590E-377A-4A00-A3D2-FB81DDB852A6}">
      <dgm:prSet/>
      <dgm:spPr/>
      <dgm:t>
        <a:bodyPr/>
        <a:lstStyle/>
        <a:p>
          <a:endParaRPr lang="es-PE"/>
        </a:p>
      </dgm:t>
    </dgm:pt>
    <dgm:pt modelId="{04101B34-56D3-4664-B8E7-B0A9A0C46B8C}">
      <dgm:prSet/>
      <dgm:spPr/>
      <dgm:t>
        <a:bodyPr/>
        <a:lstStyle/>
        <a:p>
          <a:pPr rtl="0"/>
          <a:r>
            <a:rPr lang="es-419" b="1"/>
            <a:t>No existe retroalimentación automática para guiar al usuario.</a:t>
          </a:r>
          <a:endParaRPr lang="es-ES"/>
        </a:p>
      </dgm:t>
    </dgm:pt>
    <dgm:pt modelId="{31017355-A58E-4F78-9941-48E167D794F3}" type="parTrans" cxnId="{118BAB13-5E1F-4CFB-A2D4-BAE3EE9C98E9}">
      <dgm:prSet/>
      <dgm:spPr/>
      <dgm:t>
        <a:bodyPr/>
        <a:lstStyle/>
        <a:p>
          <a:endParaRPr lang="es-PE"/>
        </a:p>
      </dgm:t>
    </dgm:pt>
    <dgm:pt modelId="{4A2648B6-EBC5-437B-A721-8087B2265ED8}" type="sibTrans" cxnId="{118BAB13-5E1F-4CFB-A2D4-BAE3EE9C98E9}">
      <dgm:prSet/>
      <dgm:spPr/>
      <dgm:t>
        <a:bodyPr/>
        <a:lstStyle/>
        <a:p>
          <a:endParaRPr lang="es-PE"/>
        </a:p>
      </dgm:t>
    </dgm:pt>
    <dgm:pt modelId="{67728B90-5005-4003-9AA6-40D2C54004FB}" type="pres">
      <dgm:prSet presAssocID="{AE0F9060-DE49-4EBB-B860-06ED2023C9B6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E60B838-BDC6-4DE9-B450-7D6726CCA008}" type="pres">
      <dgm:prSet presAssocID="{C5AE8E70-14E6-414B-B478-17E7B8F52633}" presName="centerShape" presStyleLbl="node0" presStyleIdx="0" presStyleCnt="1"/>
      <dgm:spPr/>
    </dgm:pt>
    <dgm:pt modelId="{6B13565C-3F00-474D-8BD3-C89AD9611C7D}" type="pres">
      <dgm:prSet presAssocID="{CF6D93FC-284D-4E39-9DD0-9FCDECC7CFD4}" presName="parTrans" presStyleLbl="bgSibTrans2D1" presStyleIdx="0" presStyleCnt="3"/>
      <dgm:spPr/>
    </dgm:pt>
    <dgm:pt modelId="{858C3CE3-2D64-45D9-AAD1-4C873EDDBD08}" type="pres">
      <dgm:prSet presAssocID="{16C9DFFA-B957-43C1-80E7-7E14A221343E}" presName="node" presStyleLbl="node1" presStyleIdx="0" presStyleCnt="3">
        <dgm:presLayoutVars>
          <dgm:bulletEnabled val="1"/>
        </dgm:presLayoutVars>
      </dgm:prSet>
      <dgm:spPr/>
    </dgm:pt>
    <dgm:pt modelId="{C07154FE-E8EF-4824-A788-03BE2193BCDC}" type="pres">
      <dgm:prSet presAssocID="{13DEE44B-B620-45DA-BEE7-3A83F13AC356}" presName="parTrans" presStyleLbl="bgSibTrans2D1" presStyleIdx="1" presStyleCnt="3"/>
      <dgm:spPr/>
    </dgm:pt>
    <dgm:pt modelId="{BB9221EE-7041-4FD3-9747-0CBFAF55F55A}" type="pres">
      <dgm:prSet presAssocID="{BD523184-AC68-4C77-BEB8-36C15ADA0CCE}" presName="node" presStyleLbl="node1" presStyleIdx="1" presStyleCnt="3">
        <dgm:presLayoutVars>
          <dgm:bulletEnabled val="1"/>
        </dgm:presLayoutVars>
      </dgm:prSet>
      <dgm:spPr/>
    </dgm:pt>
    <dgm:pt modelId="{EF4B2596-C92A-484C-B12F-E6BF4E047F4D}" type="pres">
      <dgm:prSet presAssocID="{31017355-A58E-4F78-9941-48E167D794F3}" presName="parTrans" presStyleLbl="bgSibTrans2D1" presStyleIdx="2" presStyleCnt="3"/>
      <dgm:spPr/>
    </dgm:pt>
    <dgm:pt modelId="{F50719B8-E1D0-48AB-A91A-78241CC609A5}" type="pres">
      <dgm:prSet presAssocID="{04101B34-56D3-4664-B8E7-B0A9A0C46B8C}" presName="node" presStyleLbl="node1" presStyleIdx="2" presStyleCnt="3">
        <dgm:presLayoutVars>
          <dgm:bulletEnabled val="1"/>
        </dgm:presLayoutVars>
      </dgm:prSet>
      <dgm:spPr/>
    </dgm:pt>
  </dgm:ptLst>
  <dgm:cxnLst>
    <dgm:cxn modelId="{E7E3CB02-1643-4E2B-AD9F-F2A94E5A8D4D}" srcId="{C5AE8E70-14E6-414B-B478-17E7B8F52633}" destId="{16C9DFFA-B957-43C1-80E7-7E14A221343E}" srcOrd="0" destOrd="0" parTransId="{CF6D93FC-284D-4E39-9DD0-9FCDECC7CFD4}" sibTransId="{C7E13E45-9A91-408C-97E5-3842D6FD36F5}"/>
    <dgm:cxn modelId="{787D590E-377A-4A00-A3D2-FB81DDB852A6}" srcId="{C5AE8E70-14E6-414B-B478-17E7B8F52633}" destId="{BD523184-AC68-4C77-BEB8-36C15ADA0CCE}" srcOrd="1" destOrd="0" parTransId="{13DEE44B-B620-45DA-BEE7-3A83F13AC356}" sibTransId="{C0C3D5C7-27CE-4BDF-9DBA-53BA8A306DA8}"/>
    <dgm:cxn modelId="{118BAB13-5E1F-4CFB-A2D4-BAE3EE9C98E9}" srcId="{C5AE8E70-14E6-414B-B478-17E7B8F52633}" destId="{04101B34-56D3-4664-B8E7-B0A9A0C46B8C}" srcOrd="2" destOrd="0" parTransId="{31017355-A58E-4F78-9941-48E167D794F3}" sibTransId="{4A2648B6-EBC5-437B-A721-8087B2265ED8}"/>
    <dgm:cxn modelId="{22F7126F-ED24-4DA6-813E-3307E3A3986E}" srcId="{AE0F9060-DE49-4EBB-B860-06ED2023C9B6}" destId="{C5AE8E70-14E6-414B-B478-17E7B8F52633}" srcOrd="0" destOrd="0" parTransId="{964F8B69-5E4F-4F4C-91D2-66E0A991ABE0}" sibTransId="{1F4B15F2-BA93-4AF1-ACEA-A971F505EF6E}"/>
    <dgm:cxn modelId="{9178E055-538C-449E-8EAF-E9257B18623B}" type="presOf" srcId="{13DEE44B-B620-45DA-BEE7-3A83F13AC356}" destId="{C07154FE-E8EF-4824-A788-03BE2193BCDC}" srcOrd="0" destOrd="0" presId="urn:microsoft.com/office/officeart/2005/8/layout/radial4"/>
    <dgm:cxn modelId="{E9AC027D-3668-413C-9A5D-C746CB60B174}" type="presOf" srcId="{04101B34-56D3-4664-B8E7-B0A9A0C46B8C}" destId="{F50719B8-E1D0-48AB-A91A-78241CC609A5}" srcOrd="0" destOrd="0" presId="urn:microsoft.com/office/officeart/2005/8/layout/radial4"/>
    <dgm:cxn modelId="{A6166F80-5998-4E74-B894-E96E32C9DF3E}" type="presOf" srcId="{C5AE8E70-14E6-414B-B478-17E7B8F52633}" destId="{3E60B838-BDC6-4DE9-B450-7D6726CCA008}" srcOrd="0" destOrd="0" presId="urn:microsoft.com/office/officeart/2005/8/layout/radial4"/>
    <dgm:cxn modelId="{511D8387-49F5-4A7F-AAA0-CCFF20BEDD4F}" type="presOf" srcId="{BD523184-AC68-4C77-BEB8-36C15ADA0CCE}" destId="{BB9221EE-7041-4FD3-9747-0CBFAF55F55A}" srcOrd="0" destOrd="0" presId="urn:microsoft.com/office/officeart/2005/8/layout/radial4"/>
    <dgm:cxn modelId="{F416768C-EBC0-4A26-BE19-AA00C2EDA2CB}" type="presOf" srcId="{AE0F9060-DE49-4EBB-B860-06ED2023C9B6}" destId="{67728B90-5005-4003-9AA6-40D2C54004FB}" srcOrd="0" destOrd="0" presId="urn:microsoft.com/office/officeart/2005/8/layout/radial4"/>
    <dgm:cxn modelId="{C5CCA2AF-DA6E-4210-89BA-5D2A2BCE1656}" type="presOf" srcId="{CF6D93FC-284D-4E39-9DD0-9FCDECC7CFD4}" destId="{6B13565C-3F00-474D-8BD3-C89AD9611C7D}" srcOrd="0" destOrd="0" presId="urn:microsoft.com/office/officeart/2005/8/layout/radial4"/>
    <dgm:cxn modelId="{EF2C38D1-3689-40FE-A877-38FEB4C58E62}" type="presOf" srcId="{31017355-A58E-4F78-9941-48E167D794F3}" destId="{EF4B2596-C92A-484C-B12F-E6BF4E047F4D}" srcOrd="0" destOrd="0" presId="urn:microsoft.com/office/officeart/2005/8/layout/radial4"/>
    <dgm:cxn modelId="{73037DE1-742A-46A3-AF4C-B24CF6A66EE8}" type="presOf" srcId="{16C9DFFA-B957-43C1-80E7-7E14A221343E}" destId="{858C3CE3-2D64-45D9-AAD1-4C873EDDBD08}" srcOrd="0" destOrd="0" presId="urn:microsoft.com/office/officeart/2005/8/layout/radial4"/>
    <dgm:cxn modelId="{576F3762-2077-47F3-BA1B-CB6A86746D5B}" type="presParOf" srcId="{67728B90-5005-4003-9AA6-40D2C54004FB}" destId="{3E60B838-BDC6-4DE9-B450-7D6726CCA008}" srcOrd="0" destOrd="0" presId="urn:microsoft.com/office/officeart/2005/8/layout/radial4"/>
    <dgm:cxn modelId="{695DCBCA-1F75-4EC5-9342-E20324112ACD}" type="presParOf" srcId="{67728B90-5005-4003-9AA6-40D2C54004FB}" destId="{6B13565C-3F00-474D-8BD3-C89AD9611C7D}" srcOrd="1" destOrd="0" presId="urn:microsoft.com/office/officeart/2005/8/layout/radial4"/>
    <dgm:cxn modelId="{EDCFE0EE-D5ED-4950-8160-35F364502A5B}" type="presParOf" srcId="{67728B90-5005-4003-9AA6-40D2C54004FB}" destId="{858C3CE3-2D64-45D9-AAD1-4C873EDDBD08}" srcOrd="2" destOrd="0" presId="urn:microsoft.com/office/officeart/2005/8/layout/radial4"/>
    <dgm:cxn modelId="{CA844A06-F323-4F91-8C5B-BF9769D79D12}" type="presParOf" srcId="{67728B90-5005-4003-9AA6-40D2C54004FB}" destId="{C07154FE-E8EF-4824-A788-03BE2193BCDC}" srcOrd="3" destOrd="0" presId="urn:microsoft.com/office/officeart/2005/8/layout/radial4"/>
    <dgm:cxn modelId="{7E302C5A-E5AA-4E46-9CF1-7C46DA879C37}" type="presParOf" srcId="{67728B90-5005-4003-9AA6-40D2C54004FB}" destId="{BB9221EE-7041-4FD3-9747-0CBFAF55F55A}" srcOrd="4" destOrd="0" presId="urn:microsoft.com/office/officeart/2005/8/layout/radial4"/>
    <dgm:cxn modelId="{3002C883-2463-4055-9DAF-8165A08DA8F4}" type="presParOf" srcId="{67728B90-5005-4003-9AA6-40D2C54004FB}" destId="{EF4B2596-C92A-484C-B12F-E6BF4E047F4D}" srcOrd="5" destOrd="0" presId="urn:microsoft.com/office/officeart/2005/8/layout/radial4"/>
    <dgm:cxn modelId="{207ACBE9-71A2-46D9-A50E-13F7E6C53C3F}" type="presParOf" srcId="{67728B90-5005-4003-9AA6-40D2C54004FB}" destId="{F50719B8-E1D0-48AB-A91A-78241CC609A5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002C7D7-9A6C-4ABD-91CE-36E2C28DF968}" type="doc">
      <dgm:prSet loTypeId="urn:microsoft.com/office/officeart/2005/8/layout/radial4" loCatId="relationship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A40AA31C-1BAC-434A-ABCB-F0115D95C492}">
      <dgm:prSet/>
      <dgm:spPr/>
      <dgm:t>
        <a:bodyPr/>
        <a:lstStyle/>
        <a:p>
          <a:pPr rtl="0"/>
          <a:r>
            <a:rPr lang="es-419" b="1"/>
            <a:t>Reprocesos frecuentes</a:t>
          </a:r>
          <a:endParaRPr lang="es-ES"/>
        </a:p>
      </dgm:t>
    </dgm:pt>
    <dgm:pt modelId="{4874BE60-3EC8-4F71-8426-6E4BBDDAEC56}" type="parTrans" cxnId="{84380229-4707-40FA-936C-C917014B7273}">
      <dgm:prSet/>
      <dgm:spPr/>
      <dgm:t>
        <a:bodyPr/>
        <a:lstStyle/>
        <a:p>
          <a:endParaRPr lang="es-PE"/>
        </a:p>
      </dgm:t>
    </dgm:pt>
    <dgm:pt modelId="{11AC74C1-79FE-4890-AC08-0F7A551ACD45}" type="sibTrans" cxnId="{84380229-4707-40FA-936C-C917014B7273}">
      <dgm:prSet/>
      <dgm:spPr/>
      <dgm:t>
        <a:bodyPr/>
        <a:lstStyle/>
        <a:p>
          <a:endParaRPr lang="es-PE"/>
        </a:p>
      </dgm:t>
    </dgm:pt>
    <dgm:pt modelId="{37749460-E7C7-4046-92DD-83DD0BAF4988}">
      <dgm:prSet/>
      <dgm:spPr/>
      <dgm:t>
        <a:bodyPr/>
        <a:lstStyle/>
        <a:p>
          <a:pPr rtl="0"/>
          <a:r>
            <a:rPr lang="es-419" b="1"/>
            <a:t>Las rendiciones son devueltas varias veces por observaciones.</a:t>
          </a:r>
          <a:endParaRPr lang="es-ES"/>
        </a:p>
      </dgm:t>
    </dgm:pt>
    <dgm:pt modelId="{6CD038A2-B80A-44A7-828F-6BC6CB8E36FE}" type="parTrans" cxnId="{9284679D-955D-403C-8A7B-7B512C9196FE}">
      <dgm:prSet/>
      <dgm:spPr/>
      <dgm:t>
        <a:bodyPr/>
        <a:lstStyle/>
        <a:p>
          <a:endParaRPr lang="es-PE"/>
        </a:p>
      </dgm:t>
    </dgm:pt>
    <dgm:pt modelId="{A89DFFA5-5179-4052-8F10-20D31A57AD22}" type="sibTrans" cxnId="{9284679D-955D-403C-8A7B-7B512C9196FE}">
      <dgm:prSet/>
      <dgm:spPr/>
      <dgm:t>
        <a:bodyPr/>
        <a:lstStyle/>
        <a:p>
          <a:endParaRPr lang="es-PE"/>
        </a:p>
      </dgm:t>
    </dgm:pt>
    <dgm:pt modelId="{7998ACB3-B2AE-4960-B2D7-5E82DBA8680A}">
      <dgm:prSet/>
      <dgm:spPr/>
      <dgm:t>
        <a:bodyPr/>
        <a:lstStyle/>
        <a:p>
          <a:pPr rtl="0"/>
          <a:r>
            <a:rPr lang="es-419" b="1"/>
            <a:t>El personal operativo debe corregir información repetidamente.</a:t>
          </a:r>
          <a:endParaRPr lang="es-ES"/>
        </a:p>
      </dgm:t>
    </dgm:pt>
    <dgm:pt modelId="{054EB9B3-5826-4FCE-917B-7BCF0CF871C0}" type="parTrans" cxnId="{86293BAE-3B3B-42AC-A8CD-EEF633010159}">
      <dgm:prSet/>
      <dgm:spPr/>
      <dgm:t>
        <a:bodyPr/>
        <a:lstStyle/>
        <a:p>
          <a:endParaRPr lang="es-PE"/>
        </a:p>
      </dgm:t>
    </dgm:pt>
    <dgm:pt modelId="{7F65F423-3CE1-4750-BE77-D5F84F2B49BF}" type="sibTrans" cxnId="{86293BAE-3B3B-42AC-A8CD-EEF633010159}">
      <dgm:prSet/>
      <dgm:spPr/>
      <dgm:t>
        <a:bodyPr/>
        <a:lstStyle/>
        <a:p>
          <a:endParaRPr lang="es-PE"/>
        </a:p>
      </dgm:t>
    </dgm:pt>
    <dgm:pt modelId="{ED323BBF-D92F-49C5-9040-D49D6F93391A}">
      <dgm:prSet/>
      <dgm:spPr/>
      <dgm:t>
        <a:bodyPr/>
        <a:lstStyle/>
        <a:p>
          <a:pPr rtl="0"/>
          <a:r>
            <a:rPr lang="es-419" b="1"/>
            <a:t>El personal administrativo dedica demasiado tiempo a revisar y reenviar observaciones.</a:t>
          </a:r>
          <a:endParaRPr lang="es-ES"/>
        </a:p>
      </dgm:t>
    </dgm:pt>
    <dgm:pt modelId="{03C234F9-070C-49B1-BC64-9511EE835248}" type="parTrans" cxnId="{9E316481-2B0D-43AC-9FB5-8FE148A6154E}">
      <dgm:prSet/>
      <dgm:spPr/>
      <dgm:t>
        <a:bodyPr/>
        <a:lstStyle/>
        <a:p>
          <a:endParaRPr lang="es-PE"/>
        </a:p>
      </dgm:t>
    </dgm:pt>
    <dgm:pt modelId="{9779BEFE-E33E-4D07-A1E4-ECC58F252F10}" type="sibTrans" cxnId="{9E316481-2B0D-43AC-9FB5-8FE148A6154E}">
      <dgm:prSet/>
      <dgm:spPr/>
      <dgm:t>
        <a:bodyPr/>
        <a:lstStyle/>
        <a:p>
          <a:endParaRPr lang="es-PE"/>
        </a:p>
      </dgm:t>
    </dgm:pt>
    <dgm:pt modelId="{370311C2-7D1C-4951-BAEE-3E15435EA49B}" type="pres">
      <dgm:prSet presAssocID="{0002C7D7-9A6C-4ABD-91CE-36E2C28DF968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4FA70A4-6EBF-48C2-8193-DCB2F8D3017A}" type="pres">
      <dgm:prSet presAssocID="{A40AA31C-1BAC-434A-ABCB-F0115D95C492}" presName="centerShape" presStyleLbl="node0" presStyleIdx="0" presStyleCnt="1"/>
      <dgm:spPr/>
    </dgm:pt>
    <dgm:pt modelId="{CF5895FA-45D4-4495-90EA-F7B56AB193DE}" type="pres">
      <dgm:prSet presAssocID="{6CD038A2-B80A-44A7-828F-6BC6CB8E36FE}" presName="parTrans" presStyleLbl="bgSibTrans2D1" presStyleIdx="0" presStyleCnt="3"/>
      <dgm:spPr/>
    </dgm:pt>
    <dgm:pt modelId="{42769070-7521-473A-AC46-8586475023E0}" type="pres">
      <dgm:prSet presAssocID="{37749460-E7C7-4046-92DD-83DD0BAF4988}" presName="node" presStyleLbl="node1" presStyleIdx="0" presStyleCnt="3">
        <dgm:presLayoutVars>
          <dgm:bulletEnabled val="1"/>
        </dgm:presLayoutVars>
      </dgm:prSet>
      <dgm:spPr/>
    </dgm:pt>
    <dgm:pt modelId="{6DE26C82-9024-4A7B-A6CF-488B3CFEC088}" type="pres">
      <dgm:prSet presAssocID="{054EB9B3-5826-4FCE-917B-7BCF0CF871C0}" presName="parTrans" presStyleLbl="bgSibTrans2D1" presStyleIdx="1" presStyleCnt="3"/>
      <dgm:spPr/>
    </dgm:pt>
    <dgm:pt modelId="{15F7572E-AA99-4359-A5C3-520C7432679C}" type="pres">
      <dgm:prSet presAssocID="{7998ACB3-B2AE-4960-B2D7-5E82DBA8680A}" presName="node" presStyleLbl="node1" presStyleIdx="1" presStyleCnt="3">
        <dgm:presLayoutVars>
          <dgm:bulletEnabled val="1"/>
        </dgm:presLayoutVars>
      </dgm:prSet>
      <dgm:spPr/>
    </dgm:pt>
    <dgm:pt modelId="{1816873B-055C-4BFD-B64A-7D1BD57BAF1F}" type="pres">
      <dgm:prSet presAssocID="{03C234F9-070C-49B1-BC64-9511EE835248}" presName="parTrans" presStyleLbl="bgSibTrans2D1" presStyleIdx="2" presStyleCnt="3"/>
      <dgm:spPr/>
    </dgm:pt>
    <dgm:pt modelId="{D84917E1-F809-474B-A478-5B83BF9B55AB}" type="pres">
      <dgm:prSet presAssocID="{ED323BBF-D92F-49C5-9040-D49D6F93391A}" presName="node" presStyleLbl="node1" presStyleIdx="2" presStyleCnt="3">
        <dgm:presLayoutVars>
          <dgm:bulletEnabled val="1"/>
        </dgm:presLayoutVars>
      </dgm:prSet>
      <dgm:spPr/>
    </dgm:pt>
  </dgm:ptLst>
  <dgm:cxnLst>
    <dgm:cxn modelId="{87E8AC26-7AB2-4EAA-8D31-4754B8EB35A1}" type="presOf" srcId="{ED323BBF-D92F-49C5-9040-D49D6F93391A}" destId="{D84917E1-F809-474B-A478-5B83BF9B55AB}" srcOrd="0" destOrd="0" presId="urn:microsoft.com/office/officeart/2005/8/layout/radial4"/>
    <dgm:cxn modelId="{84380229-4707-40FA-936C-C917014B7273}" srcId="{0002C7D7-9A6C-4ABD-91CE-36E2C28DF968}" destId="{A40AA31C-1BAC-434A-ABCB-F0115D95C492}" srcOrd="0" destOrd="0" parTransId="{4874BE60-3EC8-4F71-8426-6E4BBDDAEC56}" sibTransId="{11AC74C1-79FE-4890-AC08-0F7A551ACD45}"/>
    <dgm:cxn modelId="{42856037-EB34-45C9-9A44-5B30E1B040C1}" type="presOf" srcId="{7998ACB3-B2AE-4960-B2D7-5E82DBA8680A}" destId="{15F7572E-AA99-4359-A5C3-520C7432679C}" srcOrd="0" destOrd="0" presId="urn:microsoft.com/office/officeart/2005/8/layout/radial4"/>
    <dgm:cxn modelId="{5BDDEB4D-B2A7-4412-A022-8EF651756C75}" type="presOf" srcId="{03C234F9-070C-49B1-BC64-9511EE835248}" destId="{1816873B-055C-4BFD-B64A-7D1BD57BAF1F}" srcOrd="0" destOrd="0" presId="urn:microsoft.com/office/officeart/2005/8/layout/radial4"/>
    <dgm:cxn modelId="{D3B6F46F-4474-49DF-9837-3D13413E42EB}" type="presOf" srcId="{0002C7D7-9A6C-4ABD-91CE-36E2C28DF968}" destId="{370311C2-7D1C-4951-BAEE-3E15435EA49B}" srcOrd="0" destOrd="0" presId="urn:microsoft.com/office/officeart/2005/8/layout/radial4"/>
    <dgm:cxn modelId="{4278FB56-FD94-4D6F-87B0-3BBCB42ED60D}" type="presOf" srcId="{37749460-E7C7-4046-92DD-83DD0BAF4988}" destId="{42769070-7521-473A-AC46-8586475023E0}" srcOrd="0" destOrd="0" presId="urn:microsoft.com/office/officeart/2005/8/layout/radial4"/>
    <dgm:cxn modelId="{9E316481-2B0D-43AC-9FB5-8FE148A6154E}" srcId="{A40AA31C-1BAC-434A-ABCB-F0115D95C492}" destId="{ED323BBF-D92F-49C5-9040-D49D6F93391A}" srcOrd="2" destOrd="0" parTransId="{03C234F9-070C-49B1-BC64-9511EE835248}" sibTransId="{9779BEFE-E33E-4D07-A1E4-ECC58F252F10}"/>
    <dgm:cxn modelId="{5C79478F-6A92-47DE-9FD1-09F3EBE9FA2F}" type="presOf" srcId="{054EB9B3-5826-4FCE-917B-7BCF0CF871C0}" destId="{6DE26C82-9024-4A7B-A6CF-488B3CFEC088}" srcOrd="0" destOrd="0" presId="urn:microsoft.com/office/officeart/2005/8/layout/radial4"/>
    <dgm:cxn modelId="{9284679D-955D-403C-8A7B-7B512C9196FE}" srcId="{A40AA31C-1BAC-434A-ABCB-F0115D95C492}" destId="{37749460-E7C7-4046-92DD-83DD0BAF4988}" srcOrd="0" destOrd="0" parTransId="{6CD038A2-B80A-44A7-828F-6BC6CB8E36FE}" sibTransId="{A89DFFA5-5179-4052-8F10-20D31A57AD22}"/>
    <dgm:cxn modelId="{86293BAE-3B3B-42AC-A8CD-EEF633010159}" srcId="{A40AA31C-1BAC-434A-ABCB-F0115D95C492}" destId="{7998ACB3-B2AE-4960-B2D7-5E82DBA8680A}" srcOrd="1" destOrd="0" parTransId="{054EB9B3-5826-4FCE-917B-7BCF0CF871C0}" sibTransId="{7F65F423-3CE1-4750-BE77-D5F84F2B49BF}"/>
    <dgm:cxn modelId="{DA3540BE-DE6F-40C8-9B11-23D8FA46F290}" type="presOf" srcId="{6CD038A2-B80A-44A7-828F-6BC6CB8E36FE}" destId="{CF5895FA-45D4-4495-90EA-F7B56AB193DE}" srcOrd="0" destOrd="0" presId="urn:microsoft.com/office/officeart/2005/8/layout/radial4"/>
    <dgm:cxn modelId="{302B8EC1-7C7B-4317-B9B8-ABA2482B4512}" type="presOf" srcId="{A40AA31C-1BAC-434A-ABCB-F0115D95C492}" destId="{84FA70A4-6EBF-48C2-8193-DCB2F8D3017A}" srcOrd="0" destOrd="0" presId="urn:microsoft.com/office/officeart/2005/8/layout/radial4"/>
    <dgm:cxn modelId="{EA3458E1-4E0A-4E11-847A-3706078416DE}" type="presParOf" srcId="{370311C2-7D1C-4951-BAEE-3E15435EA49B}" destId="{84FA70A4-6EBF-48C2-8193-DCB2F8D3017A}" srcOrd="0" destOrd="0" presId="urn:microsoft.com/office/officeart/2005/8/layout/radial4"/>
    <dgm:cxn modelId="{3BAEE372-142F-4BA2-A1E8-65234EDD346F}" type="presParOf" srcId="{370311C2-7D1C-4951-BAEE-3E15435EA49B}" destId="{CF5895FA-45D4-4495-90EA-F7B56AB193DE}" srcOrd="1" destOrd="0" presId="urn:microsoft.com/office/officeart/2005/8/layout/radial4"/>
    <dgm:cxn modelId="{A0E23325-B015-426C-AAEC-406C5422FC28}" type="presParOf" srcId="{370311C2-7D1C-4951-BAEE-3E15435EA49B}" destId="{42769070-7521-473A-AC46-8586475023E0}" srcOrd="2" destOrd="0" presId="urn:microsoft.com/office/officeart/2005/8/layout/radial4"/>
    <dgm:cxn modelId="{3623F857-92C1-4925-9F73-35A4CF5285D4}" type="presParOf" srcId="{370311C2-7D1C-4951-BAEE-3E15435EA49B}" destId="{6DE26C82-9024-4A7B-A6CF-488B3CFEC088}" srcOrd="3" destOrd="0" presId="urn:microsoft.com/office/officeart/2005/8/layout/radial4"/>
    <dgm:cxn modelId="{F6E4AAAB-5B37-474B-8727-166A89712A4A}" type="presParOf" srcId="{370311C2-7D1C-4951-BAEE-3E15435EA49B}" destId="{15F7572E-AA99-4359-A5C3-520C7432679C}" srcOrd="4" destOrd="0" presId="urn:microsoft.com/office/officeart/2005/8/layout/radial4"/>
    <dgm:cxn modelId="{8AD5A3E3-282A-4A34-B456-8B2E48211292}" type="presParOf" srcId="{370311C2-7D1C-4951-BAEE-3E15435EA49B}" destId="{1816873B-055C-4BFD-B64A-7D1BD57BAF1F}" srcOrd="5" destOrd="0" presId="urn:microsoft.com/office/officeart/2005/8/layout/radial4"/>
    <dgm:cxn modelId="{3C9AD06F-7299-4424-BB67-99E2CDEDD211}" type="presParOf" srcId="{370311C2-7D1C-4951-BAEE-3E15435EA49B}" destId="{D84917E1-F809-474B-A478-5B83BF9B55AB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210B168-68D7-4FA6-AF97-D7B5E9D30608}" type="doc">
      <dgm:prSet loTypeId="urn:microsoft.com/office/officeart/2005/8/layout/radial4" loCatId="relationship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DD52FD89-51CA-4321-9554-A61AC1A4A20A}">
      <dgm:prSet/>
      <dgm:spPr/>
      <dgm:t>
        <a:bodyPr/>
        <a:lstStyle/>
        <a:p>
          <a:pPr rtl="0"/>
          <a:r>
            <a:rPr lang="es-419" b="1"/>
            <a:t>Sobrecarga de trabajo</a:t>
          </a:r>
          <a:endParaRPr lang="es-ES"/>
        </a:p>
      </dgm:t>
    </dgm:pt>
    <dgm:pt modelId="{33CADC07-4895-411B-9951-1FB761CD9F83}" type="parTrans" cxnId="{02B502E4-6E2D-4648-A8C1-54AD3DE4F4C3}">
      <dgm:prSet/>
      <dgm:spPr/>
      <dgm:t>
        <a:bodyPr/>
        <a:lstStyle/>
        <a:p>
          <a:endParaRPr lang="es-PE"/>
        </a:p>
      </dgm:t>
    </dgm:pt>
    <dgm:pt modelId="{88A5314E-2C12-4A7A-9084-AA5741E68E7B}" type="sibTrans" cxnId="{02B502E4-6E2D-4648-A8C1-54AD3DE4F4C3}">
      <dgm:prSet/>
      <dgm:spPr/>
      <dgm:t>
        <a:bodyPr/>
        <a:lstStyle/>
        <a:p>
          <a:endParaRPr lang="es-PE"/>
        </a:p>
      </dgm:t>
    </dgm:pt>
    <dgm:pt modelId="{4A307433-0A6B-4542-856B-E5C6789C208C}">
      <dgm:prSet/>
      <dgm:spPr/>
      <dgm:t>
        <a:bodyPr/>
        <a:lstStyle/>
        <a:p>
          <a:pPr rtl="0"/>
          <a:r>
            <a:rPr lang="es-419" b="1"/>
            <a:t>El equipo administrativo se satura por la revisión detallada y manual.</a:t>
          </a:r>
          <a:endParaRPr lang="es-ES"/>
        </a:p>
      </dgm:t>
    </dgm:pt>
    <dgm:pt modelId="{02C25BCF-E74C-4FFA-8480-3835B3ED81E5}" type="parTrans" cxnId="{4D6484B5-8A41-42EF-8AC6-8157D6F165BB}">
      <dgm:prSet/>
      <dgm:spPr/>
      <dgm:t>
        <a:bodyPr/>
        <a:lstStyle/>
        <a:p>
          <a:endParaRPr lang="es-PE"/>
        </a:p>
      </dgm:t>
    </dgm:pt>
    <dgm:pt modelId="{9ACA13C3-6C1B-4DD3-87CB-E08B4BE7877A}" type="sibTrans" cxnId="{4D6484B5-8A41-42EF-8AC6-8157D6F165BB}">
      <dgm:prSet/>
      <dgm:spPr/>
      <dgm:t>
        <a:bodyPr/>
        <a:lstStyle/>
        <a:p>
          <a:endParaRPr lang="es-PE"/>
        </a:p>
      </dgm:t>
    </dgm:pt>
    <dgm:pt modelId="{999EC008-D1E5-41DC-969E-60DE4FF3A2F8}">
      <dgm:prSet/>
      <dgm:spPr/>
      <dgm:t>
        <a:bodyPr/>
        <a:lstStyle/>
        <a:p>
          <a:pPr rtl="0"/>
          <a:r>
            <a:rPr lang="es-419" b="1"/>
            <a:t>Se genera retraso en la aprobación de rendiciones.</a:t>
          </a:r>
          <a:endParaRPr lang="es-ES"/>
        </a:p>
      </dgm:t>
    </dgm:pt>
    <dgm:pt modelId="{57E12F40-3439-4FF5-BB47-ED2B99365AEB}" type="parTrans" cxnId="{BEC7E72A-96A9-47BC-916E-FDF1F5C25F00}">
      <dgm:prSet/>
      <dgm:spPr/>
      <dgm:t>
        <a:bodyPr/>
        <a:lstStyle/>
        <a:p>
          <a:endParaRPr lang="es-PE"/>
        </a:p>
      </dgm:t>
    </dgm:pt>
    <dgm:pt modelId="{37A3DEBF-B877-437F-849C-3E7B9E946B11}" type="sibTrans" cxnId="{BEC7E72A-96A9-47BC-916E-FDF1F5C25F00}">
      <dgm:prSet/>
      <dgm:spPr/>
      <dgm:t>
        <a:bodyPr/>
        <a:lstStyle/>
        <a:p>
          <a:endParaRPr lang="es-PE"/>
        </a:p>
      </dgm:t>
    </dgm:pt>
    <dgm:pt modelId="{655600E0-AA84-4144-9B95-2BE25931E4AC}">
      <dgm:prSet/>
      <dgm:spPr/>
      <dgm:t>
        <a:bodyPr/>
        <a:lstStyle/>
        <a:p>
          <a:pPr rtl="0"/>
          <a:r>
            <a:rPr lang="es-419" b="1"/>
            <a:t>Se afecta la continuidad de los procesos internos.</a:t>
          </a:r>
          <a:endParaRPr lang="es-ES"/>
        </a:p>
      </dgm:t>
    </dgm:pt>
    <dgm:pt modelId="{CF101760-D720-427B-A61D-C04F97362590}" type="parTrans" cxnId="{21279F51-A0B8-4DE9-826D-E1C01A6C7805}">
      <dgm:prSet/>
      <dgm:spPr/>
      <dgm:t>
        <a:bodyPr/>
        <a:lstStyle/>
        <a:p>
          <a:endParaRPr lang="es-PE"/>
        </a:p>
      </dgm:t>
    </dgm:pt>
    <dgm:pt modelId="{59522200-8866-41BA-B090-D11E8503F1B7}" type="sibTrans" cxnId="{21279F51-A0B8-4DE9-826D-E1C01A6C7805}">
      <dgm:prSet/>
      <dgm:spPr/>
      <dgm:t>
        <a:bodyPr/>
        <a:lstStyle/>
        <a:p>
          <a:endParaRPr lang="es-PE"/>
        </a:p>
      </dgm:t>
    </dgm:pt>
    <dgm:pt modelId="{5F310BFB-2F7C-4D6D-AADB-09957C25A513}" type="pres">
      <dgm:prSet presAssocID="{C210B168-68D7-4FA6-AF97-D7B5E9D30608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59E0FB3-F2E7-426A-A339-FBAF3CEEAC52}" type="pres">
      <dgm:prSet presAssocID="{DD52FD89-51CA-4321-9554-A61AC1A4A20A}" presName="centerShape" presStyleLbl="node0" presStyleIdx="0" presStyleCnt="1"/>
      <dgm:spPr/>
    </dgm:pt>
    <dgm:pt modelId="{A96670DA-2331-4AAA-BCA1-0EB1254055FD}" type="pres">
      <dgm:prSet presAssocID="{02C25BCF-E74C-4FFA-8480-3835B3ED81E5}" presName="parTrans" presStyleLbl="bgSibTrans2D1" presStyleIdx="0" presStyleCnt="3"/>
      <dgm:spPr/>
    </dgm:pt>
    <dgm:pt modelId="{6B806691-DCBD-4383-9AAE-2E93A4EB9547}" type="pres">
      <dgm:prSet presAssocID="{4A307433-0A6B-4542-856B-E5C6789C208C}" presName="node" presStyleLbl="node1" presStyleIdx="0" presStyleCnt="3">
        <dgm:presLayoutVars>
          <dgm:bulletEnabled val="1"/>
        </dgm:presLayoutVars>
      </dgm:prSet>
      <dgm:spPr/>
    </dgm:pt>
    <dgm:pt modelId="{112D995F-1184-4123-BDB7-81183621FF5C}" type="pres">
      <dgm:prSet presAssocID="{57E12F40-3439-4FF5-BB47-ED2B99365AEB}" presName="parTrans" presStyleLbl="bgSibTrans2D1" presStyleIdx="1" presStyleCnt="3"/>
      <dgm:spPr/>
    </dgm:pt>
    <dgm:pt modelId="{0F6871A5-8799-45DE-A7E7-5589FE1BD38A}" type="pres">
      <dgm:prSet presAssocID="{999EC008-D1E5-41DC-969E-60DE4FF3A2F8}" presName="node" presStyleLbl="node1" presStyleIdx="1" presStyleCnt="3">
        <dgm:presLayoutVars>
          <dgm:bulletEnabled val="1"/>
        </dgm:presLayoutVars>
      </dgm:prSet>
      <dgm:spPr/>
    </dgm:pt>
    <dgm:pt modelId="{351289A8-673D-41ED-80AD-6A87A6A75A84}" type="pres">
      <dgm:prSet presAssocID="{CF101760-D720-427B-A61D-C04F97362590}" presName="parTrans" presStyleLbl="bgSibTrans2D1" presStyleIdx="2" presStyleCnt="3"/>
      <dgm:spPr/>
    </dgm:pt>
    <dgm:pt modelId="{1557B5BB-ACCE-4608-8DD2-CC91D53936E4}" type="pres">
      <dgm:prSet presAssocID="{655600E0-AA84-4144-9B95-2BE25931E4AC}" presName="node" presStyleLbl="node1" presStyleIdx="2" presStyleCnt="3">
        <dgm:presLayoutVars>
          <dgm:bulletEnabled val="1"/>
        </dgm:presLayoutVars>
      </dgm:prSet>
      <dgm:spPr/>
    </dgm:pt>
  </dgm:ptLst>
  <dgm:cxnLst>
    <dgm:cxn modelId="{F0140900-253F-4CA9-A042-5FD743FF9F36}" type="presOf" srcId="{02C25BCF-E74C-4FFA-8480-3835B3ED81E5}" destId="{A96670DA-2331-4AAA-BCA1-0EB1254055FD}" srcOrd="0" destOrd="0" presId="urn:microsoft.com/office/officeart/2005/8/layout/radial4"/>
    <dgm:cxn modelId="{BEC7E72A-96A9-47BC-916E-FDF1F5C25F00}" srcId="{DD52FD89-51CA-4321-9554-A61AC1A4A20A}" destId="{999EC008-D1E5-41DC-969E-60DE4FF3A2F8}" srcOrd="1" destOrd="0" parTransId="{57E12F40-3439-4FF5-BB47-ED2B99365AEB}" sibTransId="{37A3DEBF-B877-437F-849C-3E7B9E946B11}"/>
    <dgm:cxn modelId="{731CD43B-4A5B-4924-8B51-155289F1C7B4}" type="presOf" srcId="{DD52FD89-51CA-4321-9554-A61AC1A4A20A}" destId="{B59E0FB3-F2E7-426A-A339-FBAF3CEEAC52}" srcOrd="0" destOrd="0" presId="urn:microsoft.com/office/officeart/2005/8/layout/radial4"/>
    <dgm:cxn modelId="{56CDD762-CE43-49C3-B6D9-876FD0D5B498}" type="presOf" srcId="{CF101760-D720-427B-A61D-C04F97362590}" destId="{351289A8-673D-41ED-80AD-6A87A6A75A84}" srcOrd="0" destOrd="0" presId="urn:microsoft.com/office/officeart/2005/8/layout/radial4"/>
    <dgm:cxn modelId="{5972B34F-CA13-4A57-9F2B-FB0B2961FF26}" type="presOf" srcId="{57E12F40-3439-4FF5-BB47-ED2B99365AEB}" destId="{112D995F-1184-4123-BDB7-81183621FF5C}" srcOrd="0" destOrd="0" presId="urn:microsoft.com/office/officeart/2005/8/layout/radial4"/>
    <dgm:cxn modelId="{21279F51-A0B8-4DE9-826D-E1C01A6C7805}" srcId="{DD52FD89-51CA-4321-9554-A61AC1A4A20A}" destId="{655600E0-AA84-4144-9B95-2BE25931E4AC}" srcOrd="2" destOrd="0" parTransId="{CF101760-D720-427B-A61D-C04F97362590}" sibTransId="{59522200-8866-41BA-B090-D11E8503F1B7}"/>
    <dgm:cxn modelId="{57B3537C-3185-48BD-88D4-0392B6B45229}" type="presOf" srcId="{4A307433-0A6B-4542-856B-E5C6789C208C}" destId="{6B806691-DCBD-4383-9AAE-2E93A4EB9547}" srcOrd="0" destOrd="0" presId="urn:microsoft.com/office/officeart/2005/8/layout/radial4"/>
    <dgm:cxn modelId="{E812BA86-7CBF-44C4-887F-9742EA628D53}" type="presOf" srcId="{655600E0-AA84-4144-9B95-2BE25931E4AC}" destId="{1557B5BB-ACCE-4608-8DD2-CC91D53936E4}" srcOrd="0" destOrd="0" presId="urn:microsoft.com/office/officeart/2005/8/layout/radial4"/>
    <dgm:cxn modelId="{FBDDDE9B-9478-43E0-8C3F-525D7FC3C951}" type="presOf" srcId="{999EC008-D1E5-41DC-969E-60DE4FF3A2F8}" destId="{0F6871A5-8799-45DE-A7E7-5589FE1BD38A}" srcOrd="0" destOrd="0" presId="urn:microsoft.com/office/officeart/2005/8/layout/radial4"/>
    <dgm:cxn modelId="{4D6484B5-8A41-42EF-8AC6-8157D6F165BB}" srcId="{DD52FD89-51CA-4321-9554-A61AC1A4A20A}" destId="{4A307433-0A6B-4542-856B-E5C6789C208C}" srcOrd="0" destOrd="0" parTransId="{02C25BCF-E74C-4FFA-8480-3835B3ED81E5}" sibTransId="{9ACA13C3-6C1B-4DD3-87CB-E08B4BE7877A}"/>
    <dgm:cxn modelId="{F71515C4-1C1B-494A-A4CB-8A331D30E796}" type="presOf" srcId="{C210B168-68D7-4FA6-AF97-D7B5E9D30608}" destId="{5F310BFB-2F7C-4D6D-AADB-09957C25A513}" srcOrd="0" destOrd="0" presId="urn:microsoft.com/office/officeart/2005/8/layout/radial4"/>
    <dgm:cxn modelId="{02B502E4-6E2D-4648-A8C1-54AD3DE4F4C3}" srcId="{C210B168-68D7-4FA6-AF97-D7B5E9D30608}" destId="{DD52FD89-51CA-4321-9554-A61AC1A4A20A}" srcOrd="0" destOrd="0" parTransId="{33CADC07-4895-411B-9951-1FB761CD9F83}" sibTransId="{88A5314E-2C12-4A7A-9084-AA5741E68E7B}"/>
    <dgm:cxn modelId="{2AED4A80-FEFB-4D2B-92F0-1DD4D8565C54}" type="presParOf" srcId="{5F310BFB-2F7C-4D6D-AADB-09957C25A513}" destId="{B59E0FB3-F2E7-426A-A339-FBAF3CEEAC52}" srcOrd="0" destOrd="0" presId="urn:microsoft.com/office/officeart/2005/8/layout/radial4"/>
    <dgm:cxn modelId="{4D4D456D-4106-49A9-9B54-29A0DE6F5C0F}" type="presParOf" srcId="{5F310BFB-2F7C-4D6D-AADB-09957C25A513}" destId="{A96670DA-2331-4AAA-BCA1-0EB1254055FD}" srcOrd="1" destOrd="0" presId="urn:microsoft.com/office/officeart/2005/8/layout/radial4"/>
    <dgm:cxn modelId="{5FFE9221-3152-41C9-95E4-2E77B88CE13B}" type="presParOf" srcId="{5F310BFB-2F7C-4D6D-AADB-09957C25A513}" destId="{6B806691-DCBD-4383-9AAE-2E93A4EB9547}" srcOrd="2" destOrd="0" presId="urn:microsoft.com/office/officeart/2005/8/layout/radial4"/>
    <dgm:cxn modelId="{BCDA8209-42FC-48F9-B81B-F34E56E0F576}" type="presParOf" srcId="{5F310BFB-2F7C-4D6D-AADB-09957C25A513}" destId="{112D995F-1184-4123-BDB7-81183621FF5C}" srcOrd="3" destOrd="0" presId="urn:microsoft.com/office/officeart/2005/8/layout/radial4"/>
    <dgm:cxn modelId="{B0158826-A61C-405E-8F04-0B57A28B8868}" type="presParOf" srcId="{5F310BFB-2F7C-4D6D-AADB-09957C25A513}" destId="{0F6871A5-8799-45DE-A7E7-5589FE1BD38A}" srcOrd="4" destOrd="0" presId="urn:microsoft.com/office/officeart/2005/8/layout/radial4"/>
    <dgm:cxn modelId="{F4EA41DF-70A5-465E-93B5-DE6872B6837B}" type="presParOf" srcId="{5F310BFB-2F7C-4D6D-AADB-09957C25A513}" destId="{351289A8-673D-41ED-80AD-6A87A6A75A84}" srcOrd="5" destOrd="0" presId="urn:microsoft.com/office/officeart/2005/8/layout/radial4"/>
    <dgm:cxn modelId="{8446D9EB-0B34-4656-BF55-74D98DD0FF1F}" type="presParOf" srcId="{5F310BFB-2F7C-4D6D-AADB-09957C25A513}" destId="{1557B5BB-ACCE-4608-8DD2-CC91D53936E4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4747925-4F1A-40B5-B8A8-611D9B3BC9A9}" type="doc">
      <dgm:prSet loTypeId="urn:microsoft.com/office/officeart/2005/8/layout/radial4" loCatId="relationship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029A5816-EC7A-4C4B-B3E2-3977613D2755}">
      <dgm:prSet/>
      <dgm:spPr/>
      <dgm:t>
        <a:bodyPr/>
        <a:lstStyle/>
        <a:p>
          <a:pPr rtl="0"/>
          <a:r>
            <a:rPr lang="es-419" b="1"/>
            <a:t>Falta de trazabilidad y organización</a:t>
          </a:r>
          <a:endParaRPr lang="es-ES"/>
        </a:p>
      </dgm:t>
    </dgm:pt>
    <dgm:pt modelId="{7DA6F49B-D175-4EAE-9352-43A6A5E49503}" type="parTrans" cxnId="{24619B2D-29A5-40AE-9177-516FEE874E28}">
      <dgm:prSet/>
      <dgm:spPr/>
      <dgm:t>
        <a:bodyPr/>
        <a:lstStyle/>
        <a:p>
          <a:endParaRPr lang="es-PE"/>
        </a:p>
      </dgm:t>
    </dgm:pt>
    <dgm:pt modelId="{C675B6CD-B87D-46E0-B5F7-73B817FB45DE}" type="sibTrans" cxnId="{24619B2D-29A5-40AE-9177-516FEE874E28}">
      <dgm:prSet/>
      <dgm:spPr/>
      <dgm:t>
        <a:bodyPr/>
        <a:lstStyle/>
        <a:p>
          <a:endParaRPr lang="es-PE"/>
        </a:p>
      </dgm:t>
    </dgm:pt>
    <dgm:pt modelId="{8B0736C4-1F5D-452B-A633-02F402B65C7E}">
      <dgm:prSet/>
      <dgm:spPr/>
      <dgm:t>
        <a:bodyPr/>
        <a:lstStyle/>
        <a:p>
          <a:pPr rtl="0"/>
          <a:r>
            <a:rPr lang="es-419" b="1"/>
            <a:t>No existe un historial claro de correcciones o cambios realizados.</a:t>
          </a:r>
          <a:endParaRPr lang="es-ES"/>
        </a:p>
      </dgm:t>
    </dgm:pt>
    <dgm:pt modelId="{2481B5B0-3C52-492D-AC23-C98D04478A97}" type="parTrans" cxnId="{513DF5BC-4A56-427B-9ACC-AEACC2519306}">
      <dgm:prSet/>
      <dgm:spPr/>
      <dgm:t>
        <a:bodyPr/>
        <a:lstStyle/>
        <a:p>
          <a:endParaRPr lang="es-PE"/>
        </a:p>
      </dgm:t>
    </dgm:pt>
    <dgm:pt modelId="{5F3F0364-FF35-4C01-8EF3-82E45C56FC2A}" type="sibTrans" cxnId="{513DF5BC-4A56-427B-9ACC-AEACC2519306}">
      <dgm:prSet/>
      <dgm:spPr/>
      <dgm:t>
        <a:bodyPr/>
        <a:lstStyle/>
        <a:p>
          <a:endParaRPr lang="es-PE"/>
        </a:p>
      </dgm:t>
    </dgm:pt>
    <dgm:pt modelId="{C2196643-96B1-4FEE-B355-24012B26E969}">
      <dgm:prSet/>
      <dgm:spPr/>
      <dgm:t>
        <a:bodyPr/>
        <a:lstStyle/>
        <a:p>
          <a:pPr rtl="0"/>
          <a:r>
            <a:rPr lang="es-419" b="1"/>
            <a:t>Es difícil identificar dónde se originó un error o en qué etapa ocurrió.</a:t>
          </a:r>
          <a:endParaRPr lang="es-ES"/>
        </a:p>
      </dgm:t>
    </dgm:pt>
    <dgm:pt modelId="{58CC94C4-BF33-4562-8CE4-67374C04CFDB}" type="parTrans" cxnId="{438444DB-A589-4DCF-9EB5-BE9D5D85BBB4}">
      <dgm:prSet/>
      <dgm:spPr/>
      <dgm:t>
        <a:bodyPr/>
        <a:lstStyle/>
        <a:p>
          <a:endParaRPr lang="es-PE"/>
        </a:p>
      </dgm:t>
    </dgm:pt>
    <dgm:pt modelId="{5A7338BF-FD85-46D6-93E9-DE910CEB499B}" type="sibTrans" cxnId="{438444DB-A589-4DCF-9EB5-BE9D5D85BBB4}">
      <dgm:prSet/>
      <dgm:spPr/>
      <dgm:t>
        <a:bodyPr/>
        <a:lstStyle/>
        <a:p>
          <a:endParaRPr lang="es-PE"/>
        </a:p>
      </dgm:t>
    </dgm:pt>
    <dgm:pt modelId="{0751B38F-5CE4-4B6A-BAF6-72AD666E93D5}" type="pres">
      <dgm:prSet presAssocID="{D4747925-4F1A-40B5-B8A8-611D9B3BC9A9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7A0193F-3B54-4073-ABB5-76DB58AA413C}" type="pres">
      <dgm:prSet presAssocID="{029A5816-EC7A-4C4B-B3E2-3977613D2755}" presName="centerShape" presStyleLbl="node0" presStyleIdx="0" presStyleCnt="1"/>
      <dgm:spPr/>
    </dgm:pt>
    <dgm:pt modelId="{8E79C489-41EF-404E-8865-2EAB1C1EB76E}" type="pres">
      <dgm:prSet presAssocID="{2481B5B0-3C52-492D-AC23-C98D04478A97}" presName="parTrans" presStyleLbl="bgSibTrans2D1" presStyleIdx="0" presStyleCnt="2"/>
      <dgm:spPr/>
    </dgm:pt>
    <dgm:pt modelId="{FABBD93B-3F6B-47CD-B4F9-EDADA78CDEE6}" type="pres">
      <dgm:prSet presAssocID="{8B0736C4-1F5D-452B-A633-02F402B65C7E}" presName="node" presStyleLbl="node1" presStyleIdx="0" presStyleCnt="2">
        <dgm:presLayoutVars>
          <dgm:bulletEnabled val="1"/>
        </dgm:presLayoutVars>
      </dgm:prSet>
      <dgm:spPr/>
    </dgm:pt>
    <dgm:pt modelId="{409045B6-8482-4E86-B61D-D0E28DEDFAFC}" type="pres">
      <dgm:prSet presAssocID="{58CC94C4-BF33-4562-8CE4-67374C04CFDB}" presName="parTrans" presStyleLbl="bgSibTrans2D1" presStyleIdx="1" presStyleCnt="2"/>
      <dgm:spPr/>
    </dgm:pt>
    <dgm:pt modelId="{18C46FE5-E287-417F-864A-3F3041604F6C}" type="pres">
      <dgm:prSet presAssocID="{C2196643-96B1-4FEE-B355-24012B26E969}" presName="node" presStyleLbl="node1" presStyleIdx="1" presStyleCnt="2">
        <dgm:presLayoutVars>
          <dgm:bulletEnabled val="1"/>
        </dgm:presLayoutVars>
      </dgm:prSet>
      <dgm:spPr/>
    </dgm:pt>
  </dgm:ptLst>
  <dgm:cxnLst>
    <dgm:cxn modelId="{9736E029-E9BB-4069-8CFA-6FC8C9F57EFB}" type="presOf" srcId="{029A5816-EC7A-4C4B-B3E2-3977613D2755}" destId="{87A0193F-3B54-4073-ABB5-76DB58AA413C}" srcOrd="0" destOrd="0" presId="urn:microsoft.com/office/officeart/2005/8/layout/radial4"/>
    <dgm:cxn modelId="{24619B2D-29A5-40AE-9177-516FEE874E28}" srcId="{D4747925-4F1A-40B5-B8A8-611D9B3BC9A9}" destId="{029A5816-EC7A-4C4B-B3E2-3977613D2755}" srcOrd="0" destOrd="0" parTransId="{7DA6F49B-D175-4EAE-9352-43A6A5E49503}" sibTransId="{C675B6CD-B87D-46E0-B5F7-73B817FB45DE}"/>
    <dgm:cxn modelId="{53927F84-E5A6-45CE-9CE9-5DEC3439088F}" type="presOf" srcId="{C2196643-96B1-4FEE-B355-24012B26E969}" destId="{18C46FE5-E287-417F-864A-3F3041604F6C}" srcOrd="0" destOrd="0" presId="urn:microsoft.com/office/officeart/2005/8/layout/radial4"/>
    <dgm:cxn modelId="{A869A584-F01A-4A82-B763-1AEBD956F459}" type="presOf" srcId="{58CC94C4-BF33-4562-8CE4-67374C04CFDB}" destId="{409045B6-8482-4E86-B61D-D0E28DEDFAFC}" srcOrd="0" destOrd="0" presId="urn:microsoft.com/office/officeart/2005/8/layout/radial4"/>
    <dgm:cxn modelId="{27C2888F-0E54-4D2B-A4F6-A48827956271}" type="presOf" srcId="{D4747925-4F1A-40B5-B8A8-611D9B3BC9A9}" destId="{0751B38F-5CE4-4B6A-BAF6-72AD666E93D5}" srcOrd="0" destOrd="0" presId="urn:microsoft.com/office/officeart/2005/8/layout/radial4"/>
    <dgm:cxn modelId="{E27EEF9A-BD99-46CC-BC6D-53A6B4F87DC7}" type="presOf" srcId="{8B0736C4-1F5D-452B-A633-02F402B65C7E}" destId="{FABBD93B-3F6B-47CD-B4F9-EDADA78CDEE6}" srcOrd="0" destOrd="0" presId="urn:microsoft.com/office/officeart/2005/8/layout/radial4"/>
    <dgm:cxn modelId="{5A328FB2-979D-4ABA-ADA9-829657E6A217}" type="presOf" srcId="{2481B5B0-3C52-492D-AC23-C98D04478A97}" destId="{8E79C489-41EF-404E-8865-2EAB1C1EB76E}" srcOrd="0" destOrd="0" presId="urn:microsoft.com/office/officeart/2005/8/layout/radial4"/>
    <dgm:cxn modelId="{513DF5BC-4A56-427B-9ACC-AEACC2519306}" srcId="{029A5816-EC7A-4C4B-B3E2-3977613D2755}" destId="{8B0736C4-1F5D-452B-A633-02F402B65C7E}" srcOrd="0" destOrd="0" parTransId="{2481B5B0-3C52-492D-AC23-C98D04478A97}" sibTransId="{5F3F0364-FF35-4C01-8EF3-82E45C56FC2A}"/>
    <dgm:cxn modelId="{438444DB-A589-4DCF-9EB5-BE9D5D85BBB4}" srcId="{029A5816-EC7A-4C4B-B3E2-3977613D2755}" destId="{C2196643-96B1-4FEE-B355-24012B26E969}" srcOrd="1" destOrd="0" parTransId="{58CC94C4-BF33-4562-8CE4-67374C04CFDB}" sibTransId="{5A7338BF-FD85-46D6-93E9-DE910CEB499B}"/>
    <dgm:cxn modelId="{0AFA65EF-F017-4DF0-AFA7-E051D22439A9}" type="presParOf" srcId="{0751B38F-5CE4-4B6A-BAF6-72AD666E93D5}" destId="{87A0193F-3B54-4073-ABB5-76DB58AA413C}" srcOrd="0" destOrd="0" presId="urn:microsoft.com/office/officeart/2005/8/layout/radial4"/>
    <dgm:cxn modelId="{98CDB353-A12C-4F0C-840C-5FE0C2628DEB}" type="presParOf" srcId="{0751B38F-5CE4-4B6A-BAF6-72AD666E93D5}" destId="{8E79C489-41EF-404E-8865-2EAB1C1EB76E}" srcOrd="1" destOrd="0" presId="urn:microsoft.com/office/officeart/2005/8/layout/radial4"/>
    <dgm:cxn modelId="{983B34EA-1511-4041-A710-3A902FACECDB}" type="presParOf" srcId="{0751B38F-5CE4-4B6A-BAF6-72AD666E93D5}" destId="{FABBD93B-3F6B-47CD-B4F9-EDADA78CDEE6}" srcOrd="2" destOrd="0" presId="urn:microsoft.com/office/officeart/2005/8/layout/radial4"/>
    <dgm:cxn modelId="{BABF1CF8-FEFE-46C4-899F-87CADD2B65DB}" type="presParOf" srcId="{0751B38F-5CE4-4B6A-BAF6-72AD666E93D5}" destId="{409045B6-8482-4E86-B61D-D0E28DEDFAFC}" srcOrd="3" destOrd="0" presId="urn:microsoft.com/office/officeart/2005/8/layout/radial4"/>
    <dgm:cxn modelId="{6972B706-5427-4FA4-84BB-396E336A3F7F}" type="presParOf" srcId="{0751B38F-5CE4-4B6A-BAF6-72AD666E93D5}" destId="{18C46FE5-E287-417F-864A-3F3041604F6C}" srcOrd="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A60F142-EB42-42E4-A447-BFCDEE65C340}" type="doc">
      <dgm:prSet loTypeId="urn:microsoft.com/office/officeart/2005/8/layout/radial4" loCatId="relationship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FEA3B032-292B-45C9-A920-A99842BF17CB}">
      <dgm:prSet/>
      <dgm:spPr/>
      <dgm:t>
        <a:bodyPr/>
        <a:lstStyle/>
        <a:p>
          <a:pPr rtl="0"/>
          <a:r>
            <a:rPr lang="es-419" b="1"/>
            <a:t>Riesgos de inconsistencia</a:t>
          </a:r>
          <a:endParaRPr lang="es-ES"/>
        </a:p>
      </dgm:t>
    </dgm:pt>
    <dgm:pt modelId="{FEE05C3E-9627-4508-BC72-985226AC75AD}" type="parTrans" cxnId="{A455A731-A192-4281-9D7C-69F5C6291E73}">
      <dgm:prSet/>
      <dgm:spPr/>
      <dgm:t>
        <a:bodyPr/>
        <a:lstStyle/>
        <a:p>
          <a:endParaRPr lang="es-PE"/>
        </a:p>
      </dgm:t>
    </dgm:pt>
    <dgm:pt modelId="{DED13FCF-75BF-4460-9371-9451713FDA96}" type="sibTrans" cxnId="{A455A731-A192-4281-9D7C-69F5C6291E73}">
      <dgm:prSet/>
      <dgm:spPr/>
      <dgm:t>
        <a:bodyPr/>
        <a:lstStyle/>
        <a:p>
          <a:endParaRPr lang="es-PE"/>
        </a:p>
      </dgm:t>
    </dgm:pt>
    <dgm:pt modelId="{CC6080E7-E207-41F9-9007-FD8DE248AFE2}">
      <dgm:prSet/>
      <dgm:spPr/>
      <dgm:t>
        <a:bodyPr/>
        <a:lstStyle/>
        <a:p>
          <a:pPr rtl="0"/>
          <a:r>
            <a:rPr lang="es-419" b="1"/>
            <a:t>Los cálculos manuales pueden contener fallas aritméticas.</a:t>
          </a:r>
          <a:endParaRPr lang="es-ES"/>
        </a:p>
      </dgm:t>
    </dgm:pt>
    <dgm:pt modelId="{59EDC128-6B5D-45EE-AC38-30D1FA2DBEF5}" type="parTrans" cxnId="{D26037C8-BA4F-465D-A457-B3E626AB42D0}">
      <dgm:prSet/>
      <dgm:spPr/>
      <dgm:t>
        <a:bodyPr/>
        <a:lstStyle/>
        <a:p>
          <a:endParaRPr lang="es-PE"/>
        </a:p>
      </dgm:t>
    </dgm:pt>
    <dgm:pt modelId="{A93BB92D-BDF4-490A-842A-571EE50DA3D3}" type="sibTrans" cxnId="{D26037C8-BA4F-465D-A457-B3E626AB42D0}">
      <dgm:prSet/>
      <dgm:spPr/>
      <dgm:t>
        <a:bodyPr/>
        <a:lstStyle/>
        <a:p>
          <a:endParaRPr lang="es-PE"/>
        </a:p>
      </dgm:t>
    </dgm:pt>
    <dgm:pt modelId="{27CFDD50-876F-4D9E-981D-46EB5E985214}">
      <dgm:prSet/>
      <dgm:spPr/>
      <dgm:t>
        <a:bodyPr/>
        <a:lstStyle/>
        <a:p>
          <a:pPr rtl="0"/>
          <a:r>
            <a:rPr lang="es-419" b="1"/>
            <a:t>La información no sigue un formato unificado.</a:t>
          </a:r>
          <a:endParaRPr lang="es-ES"/>
        </a:p>
      </dgm:t>
    </dgm:pt>
    <dgm:pt modelId="{C6C516AC-CEAD-43A8-87FE-07DC77960A67}" type="parTrans" cxnId="{689B8509-9274-46B7-87E5-6941741A51EA}">
      <dgm:prSet/>
      <dgm:spPr/>
      <dgm:t>
        <a:bodyPr/>
        <a:lstStyle/>
        <a:p>
          <a:endParaRPr lang="es-PE"/>
        </a:p>
      </dgm:t>
    </dgm:pt>
    <dgm:pt modelId="{5293BF33-A288-48F6-912A-FEB67115E3B8}" type="sibTrans" cxnId="{689B8509-9274-46B7-87E5-6941741A51EA}">
      <dgm:prSet/>
      <dgm:spPr/>
      <dgm:t>
        <a:bodyPr/>
        <a:lstStyle/>
        <a:p>
          <a:endParaRPr lang="es-PE"/>
        </a:p>
      </dgm:t>
    </dgm:pt>
    <dgm:pt modelId="{A173203A-7684-4748-89A9-2CBEB21A815C}">
      <dgm:prSet/>
      <dgm:spPr/>
      <dgm:t>
        <a:bodyPr/>
        <a:lstStyle/>
        <a:p>
          <a:pPr rtl="0"/>
          <a:r>
            <a:rPr lang="es-419" b="1"/>
            <a:t>Existe riesgo de duplicación o pérdida de datos.</a:t>
          </a:r>
          <a:endParaRPr lang="es-ES"/>
        </a:p>
      </dgm:t>
    </dgm:pt>
    <dgm:pt modelId="{5A5126F6-5A61-4E77-99E3-42C84A787607}" type="parTrans" cxnId="{3CCCF177-45F4-433E-B794-A4F832554753}">
      <dgm:prSet/>
      <dgm:spPr/>
      <dgm:t>
        <a:bodyPr/>
        <a:lstStyle/>
        <a:p>
          <a:endParaRPr lang="es-PE"/>
        </a:p>
      </dgm:t>
    </dgm:pt>
    <dgm:pt modelId="{39C9C5E9-DF7D-47CF-841B-6C1BF4237C21}" type="sibTrans" cxnId="{3CCCF177-45F4-433E-B794-A4F832554753}">
      <dgm:prSet/>
      <dgm:spPr/>
      <dgm:t>
        <a:bodyPr/>
        <a:lstStyle/>
        <a:p>
          <a:endParaRPr lang="es-PE"/>
        </a:p>
      </dgm:t>
    </dgm:pt>
    <dgm:pt modelId="{019F06F8-85E8-4A04-85C3-CFD8DF26A671}" type="pres">
      <dgm:prSet presAssocID="{6A60F142-EB42-42E4-A447-BFCDEE65C340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C8C1CF7-0014-4DCF-8DFE-2654978B5C90}" type="pres">
      <dgm:prSet presAssocID="{FEA3B032-292B-45C9-A920-A99842BF17CB}" presName="centerShape" presStyleLbl="node0" presStyleIdx="0" presStyleCnt="1"/>
      <dgm:spPr/>
    </dgm:pt>
    <dgm:pt modelId="{A2A58C60-2F08-45BA-BEB0-EBEA66442917}" type="pres">
      <dgm:prSet presAssocID="{59EDC128-6B5D-45EE-AC38-30D1FA2DBEF5}" presName="parTrans" presStyleLbl="bgSibTrans2D1" presStyleIdx="0" presStyleCnt="3"/>
      <dgm:spPr/>
    </dgm:pt>
    <dgm:pt modelId="{C37EBAB4-6657-44F2-8424-232D4CD98FEF}" type="pres">
      <dgm:prSet presAssocID="{CC6080E7-E207-41F9-9007-FD8DE248AFE2}" presName="node" presStyleLbl="node1" presStyleIdx="0" presStyleCnt="3">
        <dgm:presLayoutVars>
          <dgm:bulletEnabled val="1"/>
        </dgm:presLayoutVars>
      </dgm:prSet>
      <dgm:spPr/>
    </dgm:pt>
    <dgm:pt modelId="{0B2F9B42-2F61-4773-A6CE-CABA0ACE1CD1}" type="pres">
      <dgm:prSet presAssocID="{C6C516AC-CEAD-43A8-87FE-07DC77960A67}" presName="parTrans" presStyleLbl="bgSibTrans2D1" presStyleIdx="1" presStyleCnt="3"/>
      <dgm:spPr/>
    </dgm:pt>
    <dgm:pt modelId="{DDFFC75C-134A-4279-99ED-B0B46C716B0D}" type="pres">
      <dgm:prSet presAssocID="{27CFDD50-876F-4D9E-981D-46EB5E985214}" presName="node" presStyleLbl="node1" presStyleIdx="1" presStyleCnt="3">
        <dgm:presLayoutVars>
          <dgm:bulletEnabled val="1"/>
        </dgm:presLayoutVars>
      </dgm:prSet>
      <dgm:spPr/>
    </dgm:pt>
    <dgm:pt modelId="{8E4765EC-35CE-4EE8-B5C8-93B7593A4B96}" type="pres">
      <dgm:prSet presAssocID="{5A5126F6-5A61-4E77-99E3-42C84A787607}" presName="parTrans" presStyleLbl="bgSibTrans2D1" presStyleIdx="2" presStyleCnt="3"/>
      <dgm:spPr/>
    </dgm:pt>
    <dgm:pt modelId="{682CFE8C-9BF0-4474-893D-FC6F720C107D}" type="pres">
      <dgm:prSet presAssocID="{A173203A-7684-4748-89A9-2CBEB21A815C}" presName="node" presStyleLbl="node1" presStyleIdx="2" presStyleCnt="3">
        <dgm:presLayoutVars>
          <dgm:bulletEnabled val="1"/>
        </dgm:presLayoutVars>
      </dgm:prSet>
      <dgm:spPr/>
    </dgm:pt>
  </dgm:ptLst>
  <dgm:cxnLst>
    <dgm:cxn modelId="{4E022202-52B5-47DC-996D-23C44E771948}" type="presOf" srcId="{6A60F142-EB42-42E4-A447-BFCDEE65C340}" destId="{019F06F8-85E8-4A04-85C3-CFD8DF26A671}" srcOrd="0" destOrd="0" presId="urn:microsoft.com/office/officeart/2005/8/layout/radial4"/>
    <dgm:cxn modelId="{689B8509-9274-46B7-87E5-6941741A51EA}" srcId="{FEA3B032-292B-45C9-A920-A99842BF17CB}" destId="{27CFDD50-876F-4D9E-981D-46EB5E985214}" srcOrd="1" destOrd="0" parTransId="{C6C516AC-CEAD-43A8-87FE-07DC77960A67}" sibTransId="{5293BF33-A288-48F6-912A-FEB67115E3B8}"/>
    <dgm:cxn modelId="{570F4D0E-D7B5-4B04-A511-C99C8799CFE9}" type="presOf" srcId="{59EDC128-6B5D-45EE-AC38-30D1FA2DBEF5}" destId="{A2A58C60-2F08-45BA-BEB0-EBEA66442917}" srcOrd="0" destOrd="0" presId="urn:microsoft.com/office/officeart/2005/8/layout/radial4"/>
    <dgm:cxn modelId="{A455A731-A192-4281-9D7C-69F5C6291E73}" srcId="{6A60F142-EB42-42E4-A447-BFCDEE65C340}" destId="{FEA3B032-292B-45C9-A920-A99842BF17CB}" srcOrd="0" destOrd="0" parTransId="{FEE05C3E-9627-4508-BC72-985226AC75AD}" sibTransId="{DED13FCF-75BF-4460-9371-9451713FDA96}"/>
    <dgm:cxn modelId="{27B7C35B-DB34-46E5-8B6E-2A9266132E2C}" type="presOf" srcId="{5A5126F6-5A61-4E77-99E3-42C84A787607}" destId="{8E4765EC-35CE-4EE8-B5C8-93B7593A4B96}" srcOrd="0" destOrd="0" presId="urn:microsoft.com/office/officeart/2005/8/layout/radial4"/>
    <dgm:cxn modelId="{D4935271-3B85-473A-B27D-8740DC89A6FE}" type="presOf" srcId="{C6C516AC-CEAD-43A8-87FE-07DC77960A67}" destId="{0B2F9B42-2F61-4773-A6CE-CABA0ACE1CD1}" srcOrd="0" destOrd="0" presId="urn:microsoft.com/office/officeart/2005/8/layout/radial4"/>
    <dgm:cxn modelId="{3CCCF177-45F4-433E-B794-A4F832554753}" srcId="{FEA3B032-292B-45C9-A920-A99842BF17CB}" destId="{A173203A-7684-4748-89A9-2CBEB21A815C}" srcOrd="2" destOrd="0" parTransId="{5A5126F6-5A61-4E77-99E3-42C84A787607}" sibTransId="{39C9C5E9-DF7D-47CF-841B-6C1BF4237C21}"/>
    <dgm:cxn modelId="{360F4A7A-0413-47F8-AB61-FF809159CE47}" type="presOf" srcId="{CC6080E7-E207-41F9-9007-FD8DE248AFE2}" destId="{C37EBAB4-6657-44F2-8424-232D4CD98FEF}" srcOrd="0" destOrd="0" presId="urn:microsoft.com/office/officeart/2005/8/layout/radial4"/>
    <dgm:cxn modelId="{AE4653B5-2D88-44F4-BC72-677ED3A4498F}" type="presOf" srcId="{A173203A-7684-4748-89A9-2CBEB21A815C}" destId="{682CFE8C-9BF0-4474-893D-FC6F720C107D}" srcOrd="0" destOrd="0" presId="urn:microsoft.com/office/officeart/2005/8/layout/radial4"/>
    <dgm:cxn modelId="{7187DCB9-0BD0-4F00-BBDD-D4EF6D7AB921}" type="presOf" srcId="{27CFDD50-876F-4D9E-981D-46EB5E985214}" destId="{DDFFC75C-134A-4279-99ED-B0B46C716B0D}" srcOrd="0" destOrd="0" presId="urn:microsoft.com/office/officeart/2005/8/layout/radial4"/>
    <dgm:cxn modelId="{D26037C8-BA4F-465D-A457-B3E626AB42D0}" srcId="{FEA3B032-292B-45C9-A920-A99842BF17CB}" destId="{CC6080E7-E207-41F9-9007-FD8DE248AFE2}" srcOrd="0" destOrd="0" parTransId="{59EDC128-6B5D-45EE-AC38-30D1FA2DBEF5}" sibTransId="{A93BB92D-BDF4-490A-842A-571EE50DA3D3}"/>
    <dgm:cxn modelId="{241242E8-6281-460D-82E6-78D885CE1A41}" type="presOf" srcId="{FEA3B032-292B-45C9-A920-A99842BF17CB}" destId="{6C8C1CF7-0014-4DCF-8DFE-2654978B5C90}" srcOrd="0" destOrd="0" presId="urn:microsoft.com/office/officeart/2005/8/layout/radial4"/>
    <dgm:cxn modelId="{45F35F2E-484A-47B6-A870-3AD586187251}" type="presParOf" srcId="{019F06F8-85E8-4A04-85C3-CFD8DF26A671}" destId="{6C8C1CF7-0014-4DCF-8DFE-2654978B5C90}" srcOrd="0" destOrd="0" presId="urn:microsoft.com/office/officeart/2005/8/layout/radial4"/>
    <dgm:cxn modelId="{DF0746DB-1995-46B6-B9D3-7DDAEB8BA3FD}" type="presParOf" srcId="{019F06F8-85E8-4A04-85C3-CFD8DF26A671}" destId="{A2A58C60-2F08-45BA-BEB0-EBEA66442917}" srcOrd="1" destOrd="0" presId="urn:microsoft.com/office/officeart/2005/8/layout/radial4"/>
    <dgm:cxn modelId="{B6AC6130-09FE-450B-AFFD-230B5A2138CA}" type="presParOf" srcId="{019F06F8-85E8-4A04-85C3-CFD8DF26A671}" destId="{C37EBAB4-6657-44F2-8424-232D4CD98FEF}" srcOrd="2" destOrd="0" presId="urn:microsoft.com/office/officeart/2005/8/layout/radial4"/>
    <dgm:cxn modelId="{4BB8AD33-1678-4E20-9231-D1D9BDDCBAE0}" type="presParOf" srcId="{019F06F8-85E8-4A04-85C3-CFD8DF26A671}" destId="{0B2F9B42-2F61-4773-A6CE-CABA0ACE1CD1}" srcOrd="3" destOrd="0" presId="urn:microsoft.com/office/officeart/2005/8/layout/radial4"/>
    <dgm:cxn modelId="{AD7823B9-9ABF-4F77-A98E-44DC1353F917}" type="presParOf" srcId="{019F06F8-85E8-4A04-85C3-CFD8DF26A671}" destId="{DDFFC75C-134A-4279-99ED-B0B46C716B0D}" srcOrd="4" destOrd="0" presId="urn:microsoft.com/office/officeart/2005/8/layout/radial4"/>
    <dgm:cxn modelId="{C509F2B9-A795-4BE9-BBDE-0E73CC064557}" type="presParOf" srcId="{019F06F8-85E8-4A04-85C3-CFD8DF26A671}" destId="{8E4765EC-35CE-4EE8-B5C8-93B7593A4B96}" srcOrd="5" destOrd="0" presId="urn:microsoft.com/office/officeart/2005/8/layout/radial4"/>
    <dgm:cxn modelId="{20A24AA3-BC94-4BD4-BBF5-26582A6759EA}" type="presParOf" srcId="{019F06F8-85E8-4A04-85C3-CFD8DF26A671}" destId="{682CFE8C-9BF0-4474-893D-FC6F720C107D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5961F33-933F-4DB1-8963-6A1617899BA1}" type="doc">
      <dgm:prSet loTypeId="urn:microsoft.com/office/officeart/2005/8/layout/radial4" loCatId="relationship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4B741DF3-D5FA-430F-A8AB-597AC7C0263A}">
      <dgm:prSet/>
      <dgm:spPr/>
      <dgm:t>
        <a:bodyPr/>
        <a:lstStyle/>
        <a:p>
          <a:pPr rtl="0"/>
          <a:r>
            <a:rPr lang="es-419" b="1"/>
            <a:t>Limitaciones tecnológicas</a:t>
          </a:r>
          <a:endParaRPr lang="es-ES"/>
        </a:p>
      </dgm:t>
    </dgm:pt>
    <dgm:pt modelId="{79C16208-CAA9-48FD-A217-C754C4D6D80D}" type="parTrans" cxnId="{DB9EE89C-7829-4F9A-A792-62A70CB09212}">
      <dgm:prSet/>
      <dgm:spPr/>
      <dgm:t>
        <a:bodyPr/>
        <a:lstStyle/>
        <a:p>
          <a:endParaRPr lang="es-PE"/>
        </a:p>
      </dgm:t>
    </dgm:pt>
    <dgm:pt modelId="{91FBC479-1276-4937-ABC8-919124AA11BE}" type="sibTrans" cxnId="{DB9EE89C-7829-4F9A-A792-62A70CB09212}">
      <dgm:prSet/>
      <dgm:spPr/>
      <dgm:t>
        <a:bodyPr/>
        <a:lstStyle/>
        <a:p>
          <a:endParaRPr lang="es-PE"/>
        </a:p>
      </dgm:t>
    </dgm:pt>
    <dgm:pt modelId="{77616142-40A5-49C9-B41E-3871426411F1}">
      <dgm:prSet/>
      <dgm:spPr/>
      <dgm:t>
        <a:bodyPr/>
        <a:lstStyle/>
        <a:p>
          <a:pPr rtl="0"/>
          <a:r>
            <a:rPr lang="es-419" b="1"/>
            <a:t>Dependencia de plantillas, documentos físicos o archivos dispersos.</a:t>
          </a:r>
          <a:endParaRPr lang="es-ES"/>
        </a:p>
      </dgm:t>
    </dgm:pt>
    <dgm:pt modelId="{C5C320AB-8F75-439E-8882-236D6C8FE282}" type="parTrans" cxnId="{8898395E-ECE1-4F98-BFFA-F96084185527}">
      <dgm:prSet/>
      <dgm:spPr/>
      <dgm:t>
        <a:bodyPr/>
        <a:lstStyle/>
        <a:p>
          <a:endParaRPr lang="es-PE"/>
        </a:p>
      </dgm:t>
    </dgm:pt>
    <dgm:pt modelId="{774CAF7C-DDA2-48F1-8392-6404A82095D6}" type="sibTrans" cxnId="{8898395E-ECE1-4F98-BFFA-F96084185527}">
      <dgm:prSet/>
      <dgm:spPr/>
      <dgm:t>
        <a:bodyPr/>
        <a:lstStyle/>
        <a:p>
          <a:endParaRPr lang="es-PE"/>
        </a:p>
      </dgm:t>
    </dgm:pt>
    <dgm:pt modelId="{7C95DBAA-9E71-4564-9D84-720820C5ED30}">
      <dgm:prSet/>
      <dgm:spPr/>
      <dgm:t>
        <a:bodyPr/>
        <a:lstStyle/>
        <a:p>
          <a:pPr rtl="0"/>
          <a:r>
            <a:rPr lang="es-419" b="1"/>
            <a:t>Procesos no integrados ni centralizados.</a:t>
          </a:r>
          <a:endParaRPr lang="es-ES"/>
        </a:p>
      </dgm:t>
    </dgm:pt>
    <dgm:pt modelId="{0D03F2D4-4B2C-4599-9639-CE368107CC91}" type="parTrans" cxnId="{04D475BE-5FBD-4B06-A585-AEC635C1C462}">
      <dgm:prSet/>
      <dgm:spPr/>
      <dgm:t>
        <a:bodyPr/>
        <a:lstStyle/>
        <a:p>
          <a:endParaRPr lang="es-PE"/>
        </a:p>
      </dgm:t>
    </dgm:pt>
    <dgm:pt modelId="{F159A9A9-9DAA-462F-9E72-C5C0FAABBEFB}" type="sibTrans" cxnId="{04D475BE-5FBD-4B06-A585-AEC635C1C462}">
      <dgm:prSet/>
      <dgm:spPr/>
      <dgm:t>
        <a:bodyPr/>
        <a:lstStyle/>
        <a:p>
          <a:endParaRPr lang="es-PE"/>
        </a:p>
      </dgm:t>
    </dgm:pt>
    <dgm:pt modelId="{E9C326AA-AA51-424A-A7F0-1B7BB475497C}">
      <dgm:prSet/>
      <dgm:spPr/>
      <dgm:t>
        <a:bodyPr/>
        <a:lstStyle/>
        <a:p>
          <a:pPr rtl="0"/>
          <a:r>
            <a:rPr lang="es-419" b="1"/>
            <a:t>El sistema actual no permite automatización ni controles inteligentes.</a:t>
          </a:r>
          <a:endParaRPr lang="es-ES"/>
        </a:p>
      </dgm:t>
    </dgm:pt>
    <dgm:pt modelId="{34CBB54E-2B99-4975-825A-7456A52C1783}" type="parTrans" cxnId="{C6E5B0DA-D00A-4460-BA6F-77A9E9F3A466}">
      <dgm:prSet/>
      <dgm:spPr/>
      <dgm:t>
        <a:bodyPr/>
        <a:lstStyle/>
        <a:p>
          <a:endParaRPr lang="es-PE"/>
        </a:p>
      </dgm:t>
    </dgm:pt>
    <dgm:pt modelId="{776BEFBA-3486-48B8-BFE7-7FFD544D6099}" type="sibTrans" cxnId="{C6E5B0DA-D00A-4460-BA6F-77A9E9F3A466}">
      <dgm:prSet/>
      <dgm:spPr/>
      <dgm:t>
        <a:bodyPr/>
        <a:lstStyle/>
        <a:p>
          <a:endParaRPr lang="es-PE"/>
        </a:p>
      </dgm:t>
    </dgm:pt>
    <dgm:pt modelId="{FB2E8F53-CC45-4D89-915D-3A375AF25AF1}" type="pres">
      <dgm:prSet presAssocID="{65961F33-933F-4DB1-8963-6A1617899BA1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E4610D4-25BF-4C88-9744-14EF87FF2F3C}" type="pres">
      <dgm:prSet presAssocID="{4B741DF3-D5FA-430F-A8AB-597AC7C0263A}" presName="centerShape" presStyleLbl="node0" presStyleIdx="0" presStyleCnt="1"/>
      <dgm:spPr/>
    </dgm:pt>
    <dgm:pt modelId="{900F7AAC-9A42-430C-8C9E-5B2D99FA46EF}" type="pres">
      <dgm:prSet presAssocID="{C5C320AB-8F75-439E-8882-236D6C8FE282}" presName="parTrans" presStyleLbl="bgSibTrans2D1" presStyleIdx="0" presStyleCnt="3"/>
      <dgm:spPr/>
    </dgm:pt>
    <dgm:pt modelId="{708F2ABB-CC32-4297-868D-C74CC28BCCF9}" type="pres">
      <dgm:prSet presAssocID="{77616142-40A5-49C9-B41E-3871426411F1}" presName="node" presStyleLbl="node1" presStyleIdx="0" presStyleCnt="3">
        <dgm:presLayoutVars>
          <dgm:bulletEnabled val="1"/>
        </dgm:presLayoutVars>
      </dgm:prSet>
      <dgm:spPr/>
    </dgm:pt>
    <dgm:pt modelId="{D765E1E6-B891-4C78-83A0-4BC3B703DC15}" type="pres">
      <dgm:prSet presAssocID="{0D03F2D4-4B2C-4599-9639-CE368107CC91}" presName="parTrans" presStyleLbl="bgSibTrans2D1" presStyleIdx="1" presStyleCnt="3"/>
      <dgm:spPr/>
    </dgm:pt>
    <dgm:pt modelId="{8C6DEE7C-9E42-473D-AC20-72E25A4273E7}" type="pres">
      <dgm:prSet presAssocID="{7C95DBAA-9E71-4564-9D84-720820C5ED30}" presName="node" presStyleLbl="node1" presStyleIdx="1" presStyleCnt="3">
        <dgm:presLayoutVars>
          <dgm:bulletEnabled val="1"/>
        </dgm:presLayoutVars>
      </dgm:prSet>
      <dgm:spPr/>
    </dgm:pt>
    <dgm:pt modelId="{50352885-30DF-498C-8672-9CC094CA324E}" type="pres">
      <dgm:prSet presAssocID="{34CBB54E-2B99-4975-825A-7456A52C1783}" presName="parTrans" presStyleLbl="bgSibTrans2D1" presStyleIdx="2" presStyleCnt="3"/>
      <dgm:spPr/>
    </dgm:pt>
    <dgm:pt modelId="{43D8D434-2E51-45EB-8E30-E69029F65BAD}" type="pres">
      <dgm:prSet presAssocID="{E9C326AA-AA51-424A-A7F0-1B7BB475497C}" presName="node" presStyleLbl="node1" presStyleIdx="2" presStyleCnt="3">
        <dgm:presLayoutVars>
          <dgm:bulletEnabled val="1"/>
        </dgm:presLayoutVars>
      </dgm:prSet>
      <dgm:spPr/>
    </dgm:pt>
  </dgm:ptLst>
  <dgm:cxnLst>
    <dgm:cxn modelId="{84E7E916-0A37-4001-942C-B9C5636B75A7}" type="presOf" srcId="{E9C326AA-AA51-424A-A7F0-1B7BB475497C}" destId="{43D8D434-2E51-45EB-8E30-E69029F65BAD}" srcOrd="0" destOrd="0" presId="urn:microsoft.com/office/officeart/2005/8/layout/radial4"/>
    <dgm:cxn modelId="{6B3F1D19-9EA8-45BE-ADA8-29C1A4C3CF06}" type="presOf" srcId="{34CBB54E-2B99-4975-825A-7456A52C1783}" destId="{50352885-30DF-498C-8672-9CC094CA324E}" srcOrd="0" destOrd="0" presId="urn:microsoft.com/office/officeart/2005/8/layout/radial4"/>
    <dgm:cxn modelId="{3A9BDC35-9E8A-4726-B9AF-9E24E14C3F0F}" type="presOf" srcId="{65961F33-933F-4DB1-8963-6A1617899BA1}" destId="{FB2E8F53-CC45-4D89-915D-3A375AF25AF1}" srcOrd="0" destOrd="0" presId="urn:microsoft.com/office/officeart/2005/8/layout/radial4"/>
    <dgm:cxn modelId="{8898395E-ECE1-4F98-BFFA-F96084185527}" srcId="{4B741DF3-D5FA-430F-A8AB-597AC7C0263A}" destId="{77616142-40A5-49C9-B41E-3871426411F1}" srcOrd="0" destOrd="0" parTransId="{C5C320AB-8F75-439E-8882-236D6C8FE282}" sibTransId="{774CAF7C-DDA2-48F1-8392-6404A82095D6}"/>
    <dgm:cxn modelId="{DF4EB597-D33F-4B5E-B297-6557E91054A3}" type="presOf" srcId="{77616142-40A5-49C9-B41E-3871426411F1}" destId="{708F2ABB-CC32-4297-868D-C74CC28BCCF9}" srcOrd="0" destOrd="0" presId="urn:microsoft.com/office/officeart/2005/8/layout/radial4"/>
    <dgm:cxn modelId="{DB9EE89C-7829-4F9A-A792-62A70CB09212}" srcId="{65961F33-933F-4DB1-8963-6A1617899BA1}" destId="{4B741DF3-D5FA-430F-A8AB-597AC7C0263A}" srcOrd="0" destOrd="0" parTransId="{79C16208-CAA9-48FD-A217-C754C4D6D80D}" sibTransId="{91FBC479-1276-4937-ABC8-919124AA11BE}"/>
    <dgm:cxn modelId="{E28342A9-FB69-4179-A6AC-88D58FAAA0F9}" type="presOf" srcId="{0D03F2D4-4B2C-4599-9639-CE368107CC91}" destId="{D765E1E6-B891-4C78-83A0-4BC3B703DC15}" srcOrd="0" destOrd="0" presId="urn:microsoft.com/office/officeart/2005/8/layout/radial4"/>
    <dgm:cxn modelId="{725E0FB3-F164-4CB2-818E-DA46A20A379B}" type="presOf" srcId="{4B741DF3-D5FA-430F-A8AB-597AC7C0263A}" destId="{4E4610D4-25BF-4C88-9744-14EF87FF2F3C}" srcOrd="0" destOrd="0" presId="urn:microsoft.com/office/officeart/2005/8/layout/radial4"/>
    <dgm:cxn modelId="{04D475BE-5FBD-4B06-A585-AEC635C1C462}" srcId="{4B741DF3-D5FA-430F-A8AB-597AC7C0263A}" destId="{7C95DBAA-9E71-4564-9D84-720820C5ED30}" srcOrd="1" destOrd="0" parTransId="{0D03F2D4-4B2C-4599-9639-CE368107CC91}" sibTransId="{F159A9A9-9DAA-462F-9E72-C5C0FAABBEFB}"/>
    <dgm:cxn modelId="{944D23C2-83F2-4AE0-A51E-F762F84E4923}" type="presOf" srcId="{C5C320AB-8F75-439E-8882-236D6C8FE282}" destId="{900F7AAC-9A42-430C-8C9E-5B2D99FA46EF}" srcOrd="0" destOrd="0" presId="urn:microsoft.com/office/officeart/2005/8/layout/radial4"/>
    <dgm:cxn modelId="{C6E5B0DA-D00A-4460-BA6F-77A9E9F3A466}" srcId="{4B741DF3-D5FA-430F-A8AB-597AC7C0263A}" destId="{E9C326AA-AA51-424A-A7F0-1B7BB475497C}" srcOrd="2" destOrd="0" parTransId="{34CBB54E-2B99-4975-825A-7456A52C1783}" sibTransId="{776BEFBA-3486-48B8-BFE7-7FFD544D6099}"/>
    <dgm:cxn modelId="{E3C228E5-216F-4EF2-9E47-3D75FC8EA03F}" type="presOf" srcId="{7C95DBAA-9E71-4564-9D84-720820C5ED30}" destId="{8C6DEE7C-9E42-473D-AC20-72E25A4273E7}" srcOrd="0" destOrd="0" presId="urn:microsoft.com/office/officeart/2005/8/layout/radial4"/>
    <dgm:cxn modelId="{B188B8BC-3EE8-404B-92CC-D3340B17BF34}" type="presParOf" srcId="{FB2E8F53-CC45-4D89-915D-3A375AF25AF1}" destId="{4E4610D4-25BF-4C88-9744-14EF87FF2F3C}" srcOrd="0" destOrd="0" presId="urn:microsoft.com/office/officeart/2005/8/layout/radial4"/>
    <dgm:cxn modelId="{2819EA6B-575D-4712-B245-7603CDB3D8C2}" type="presParOf" srcId="{FB2E8F53-CC45-4D89-915D-3A375AF25AF1}" destId="{900F7AAC-9A42-430C-8C9E-5B2D99FA46EF}" srcOrd="1" destOrd="0" presId="urn:microsoft.com/office/officeart/2005/8/layout/radial4"/>
    <dgm:cxn modelId="{9B242AED-5B8A-46C5-8086-796A3E77D1C6}" type="presParOf" srcId="{FB2E8F53-CC45-4D89-915D-3A375AF25AF1}" destId="{708F2ABB-CC32-4297-868D-C74CC28BCCF9}" srcOrd="2" destOrd="0" presId="urn:microsoft.com/office/officeart/2005/8/layout/radial4"/>
    <dgm:cxn modelId="{8CEF5081-DBA1-403E-A406-563C3A98EC4E}" type="presParOf" srcId="{FB2E8F53-CC45-4D89-915D-3A375AF25AF1}" destId="{D765E1E6-B891-4C78-83A0-4BC3B703DC15}" srcOrd="3" destOrd="0" presId="urn:microsoft.com/office/officeart/2005/8/layout/radial4"/>
    <dgm:cxn modelId="{BD9BAE40-B8FB-4867-A1E4-C9486FC45CF0}" type="presParOf" srcId="{FB2E8F53-CC45-4D89-915D-3A375AF25AF1}" destId="{8C6DEE7C-9E42-473D-AC20-72E25A4273E7}" srcOrd="4" destOrd="0" presId="urn:microsoft.com/office/officeart/2005/8/layout/radial4"/>
    <dgm:cxn modelId="{5CDE8FBE-C972-4DEA-856C-50FB869E3932}" type="presParOf" srcId="{FB2E8F53-CC45-4D89-915D-3A375AF25AF1}" destId="{50352885-30DF-498C-8672-9CC094CA324E}" srcOrd="5" destOrd="0" presId="urn:microsoft.com/office/officeart/2005/8/layout/radial4"/>
    <dgm:cxn modelId="{DEBC645F-CF0E-47CA-B3C1-6DE038FEB093}" type="presParOf" srcId="{FB2E8F53-CC45-4D89-915D-3A375AF25AF1}" destId="{43D8D434-2E51-45EB-8E30-E69029F65BAD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B284B15-FE68-40BA-8110-975639EA58C3}" type="doc">
      <dgm:prSet loTypeId="urn:microsoft.com/office/officeart/2005/8/layout/cycle5" loCatId="cycle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FCFE3516-A24B-4307-AE06-7F934335509F}">
      <dgm:prSet/>
      <dgm:spPr/>
      <dgm:t>
        <a:bodyPr/>
        <a:lstStyle/>
        <a:p>
          <a:pPr rtl="0"/>
          <a:r>
            <a:rPr lang="es-PE" b="1"/>
            <a:t>Retrasos constantes en la rendición de cuentas.</a:t>
          </a:r>
          <a:endParaRPr lang="es-ES" b="1"/>
        </a:p>
      </dgm:t>
    </dgm:pt>
    <dgm:pt modelId="{FF5BDD48-3541-4E95-B16F-668DBC5E768D}" type="parTrans" cxnId="{185EEC53-43A1-4AF0-8152-05D714A16DBB}">
      <dgm:prSet/>
      <dgm:spPr/>
      <dgm:t>
        <a:bodyPr/>
        <a:lstStyle/>
        <a:p>
          <a:endParaRPr lang="es-PE" b="1"/>
        </a:p>
      </dgm:t>
    </dgm:pt>
    <dgm:pt modelId="{BBE90C04-ACEE-4B4B-AB5A-8449378E06D3}" type="sibTrans" cxnId="{185EEC53-43A1-4AF0-8152-05D714A16DBB}">
      <dgm:prSet/>
      <dgm:spPr/>
      <dgm:t>
        <a:bodyPr/>
        <a:lstStyle/>
        <a:p>
          <a:endParaRPr lang="es-PE" b="1"/>
        </a:p>
      </dgm:t>
    </dgm:pt>
    <dgm:pt modelId="{8040F44F-6B63-45DA-B8F4-4DBC2899F07B}">
      <dgm:prSet/>
      <dgm:spPr/>
      <dgm:t>
        <a:bodyPr/>
        <a:lstStyle/>
        <a:p>
          <a:pPr rtl="0"/>
          <a:r>
            <a:rPr lang="es-PE" b="1"/>
            <a:t>Aumento de la carga laboral administrativa.</a:t>
          </a:r>
          <a:endParaRPr lang="es-ES" b="1"/>
        </a:p>
      </dgm:t>
    </dgm:pt>
    <dgm:pt modelId="{702CE08C-C4A6-4C16-948A-3C434A22FF5A}" type="parTrans" cxnId="{E6A59E06-284A-4D7B-A59D-D331C19D7B1A}">
      <dgm:prSet/>
      <dgm:spPr/>
      <dgm:t>
        <a:bodyPr/>
        <a:lstStyle/>
        <a:p>
          <a:endParaRPr lang="es-PE" b="1"/>
        </a:p>
      </dgm:t>
    </dgm:pt>
    <dgm:pt modelId="{494F2470-228E-4E02-8622-82EDE27CE1FA}" type="sibTrans" cxnId="{E6A59E06-284A-4D7B-A59D-D331C19D7B1A}">
      <dgm:prSet/>
      <dgm:spPr/>
      <dgm:t>
        <a:bodyPr/>
        <a:lstStyle/>
        <a:p>
          <a:endParaRPr lang="es-PE" b="1"/>
        </a:p>
      </dgm:t>
    </dgm:pt>
    <dgm:pt modelId="{B33CEF3E-326F-4893-94D6-520A17ED017C}">
      <dgm:prSet/>
      <dgm:spPr/>
      <dgm:t>
        <a:bodyPr/>
        <a:lstStyle/>
        <a:p>
          <a:pPr rtl="0"/>
          <a:r>
            <a:rPr lang="es-PE" b="1"/>
            <a:t>Frustración y pérdida de tiempo del personal operativo.</a:t>
          </a:r>
          <a:endParaRPr lang="es-ES" b="1"/>
        </a:p>
      </dgm:t>
    </dgm:pt>
    <dgm:pt modelId="{0A9872A9-7D91-4DB1-A2C7-72783A9DFB38}" type="parTrans" cxnId="{32F5AC8D-9D8D-46A2-8292-8C534554612F}">
      <dgm:prSet/>
      <dgm:spPr/>
      <dgm:t>
        <a:bodyPr/>
        <a:lstStyle/>
        <a:p>
          <a:endParaRPr lang="es-PE" b="1"/>
        </a:p>
      </dgm:t>
    </dgm:pt>
    <dgm:pt modelId="{3A8E50E3-169D-4F95-A0FF-852FBABBCF4E}" type="sibTrans" cxnId="{32F5AC8D-9D8D-46A2-8292-8C534554612F}">
      <dgm:prSet/>
      <dgm:spPr/>
      <dgm:t>
        <a:bodyPr/>
        <a:lstStyle/>
        <a:p>
          <a:endParaRPr lang="es-PE" b="1"/>
        </a:p>
      </dgm:t>
    </dgm:pt>
    <dgm:pt modelId="{48324CD4-55B7-4ACD-BB3F-9BEFE5089726}">
      <dgm:prSet/>
      <dgm:spPr/>
      <dgm:t>
        <a:bodyPr/>
        <a:lstStyle/>
        <a:p>
          <a:pPr rtl="0"/>
          <a:r>
            <a:rPr lang="es-PE" b="1"/>
            <a:t>Dificultad para la toma oportuna de decisiones.</a:t>
          </a:r>
          <a:endParaRPr lang="es-ES" b="1"/>
        </a:p>
      </dgm:t>
    </dgm:pt>
    <dgm:pt modelId="{71962590-7BF4-4782-A964-0D96E1B935F3}" type="parTrans" cxnId="{E7FA03BC-FF17-46B2-BD5B-7A845D5E7BA1}">
      <dgm:prSet/>
      <dgm:spPr/>
      <dgm:t>
        <a:bodyPr/>
        <a:lstStyle/>
        <a:p>
          <a:endParaRPr lang="es-PE" b="1"/>
        </a:p>
      </dgm:t>
    </dgm:pt>
    <dgm:pt modelId="{B802AFE3-6416-47D5-9B49-0E5984142521}" type="sibTrans" cxnId="{E7FA03BC-FF17-46B2-BD5B-7A845D5E7BA1}">
      <dgm:prSet/>
      <dgm:spPr/>
      <dgm:t>
        <a:bodyPr/>
        <a:lstStyle/>
        <a:p>
          <a:endParaRPr lang="es-PE" b="1"/>
        </a:p>
      </dgm:t>
    </dgm:pt>
    <dgm:pt modelId="{E3F8263E-E27E-4A94-B7D7-3828AB271E51}" type="pres">
      <dgm:prSet presAssocID="{2B284B15-FE68-40BA-8110-975639EA58C3}" presName="cycle" presStyleCnt="0">
        <dgm:presLayoutVars>
          <dgm:dir/>
          <dgm:resizeHandles val="exact"/>
        </dgm:presLayoutVars>
      </dgm:prSet>
      <dgm:spPr/>
    </dgm:pt>
    <dgm:pt modelId="{8F66D5BB-140C-4AF3-BDC4-2A41BD3503CB}" type="pres">
      <dgm:prSet presAssocID="{FCFE3516-A24B-4307-AE06-7F934335509F}" presName="node" presStyleLbl="node1" presStyleIdx="0" presStyleCnt="4">
        <dgm:presLayoutVars>
          <dgm:bulletEnabled val="1"/>
        </dgm:presLayoutVars>
      </dgm:prSet>
      <dgm:spPr/>
    </dgm:pt>
    <dgm:pt modelId="{8C3C8E1B-20F9-42FE-B082-30B68D7B7EAB}" type="pres">
      <dgm:prSet presAssocID="{FCFE3516-A24B-4307-AE06-7F934335509F}" presName="spNode" presStyleCnt="0"/>
      <dgm:spPr/>
    </dgm:pt>
    <dgm:pt modelId="{4569993F-87F0-4077-BFAF-37365F9EF5DB}" type="pres">
      <dgm:prSet presAssocID="{BBE90C04-ACEE-4B4B-AB5A-8449378E06D3}" presName="sibTrans" presStyleLbl="sibTrans1D1" presStyleIdx="0" presStyleCnt="4"/>
      <dgm:spPr/>
    </dgm:pt>
    <dgm:pt modelId="{A59DC4C4-F2A3-4374-B97F-AB878E2E2F59}" type="pres">
      <dgm:prSet presAssocID="{8040F44F-6B63-45DA-B8F4-4DBC2899F07B}" presName="node" presStyleLbl="node1" presStyleIdx="1" presStyleCnt="4">
        <dgm:presLayoutVars>
          <dgm:bulletEnabled val="1"/>
        </dgm:presLayoutVars>
      </dgm:prSet>
      <dgm:spPr/>
    </dgm:pt>
    <dgm:pt modelId="{F25F8594-AC19-4558-A6D5-89735C5F5A48}" type="pres">
      <dgm:prSet presAssocID="{8040F44F-6B63-45DA-B8F4-4DBC2899F07B}" presName="spNode" presStyleCnt="0"/>
      <dgm:spPr/>
    </dgm:pt>
    <dgm:pt modelId="{448CFB4E-9785-40F7-BAFD-D3D2419A897C}" type="pres">
      <dgm:prSet presAssocID="{494F2470-228E-4E02-8622-82EDE27CE1FA}" presName="sibTrans" presStyleLbl="sibTrans1D1" presStyleIdx="1" presStyleCnt="4"/>
      <dgm:spPr/>
    </dgm:pt>
    <dgm:pt modelId="{23756BDE-5EFE-4D9A-AAC4-EEFF4EFB704D}" type="pres">
      <dgm:prSet presAssocID="{B33CEF3E-326F-4893-94D6-520A17ED017C}" presName="node" presStyleLbl="node1" presStyleIdx="2" presStyleCnt="4">
        <dgm:presLayoutVars>
          <dgm:bulletEnabled val="1"/>
        </dgm:presLayoutVars>
      </dgm:prSet>
      <dgm:spPr/>
    </dgm:pt>
    <dgm:pt modelId="{BAEDA2B6-36BA-4F84-B82C-20F50083D2FD}" type="pres">
      <dgm:prSet presAssocID="{B33CEF3E-326F-4893-94D6-520A17ED017C}" presName="spNode" presStyleCnt="0"/>
      <dgm:spPr/>
    </dgm:pt>
    <dgm:pt modelId="{210A95E2-7BBC-435D-BC4C-637C10EB1BF8}" type="pres">
      <dgm:prSet presAssocID="{3A8E50E3-169D-4F95-A0FF-852FBABBCF4E}" presName="sibTrans" presStyleLbl="sibTrans1D1" presStyleIdx="2" presStyleCnt="4"/>
      <dgm:spPr/>
    </dgm:pt>
    <dgm:pt modelId="{6249B0E0-945D-4F55-B6D7-48AD30CCA9D6}" type="pres">
      <dgm:prSet presAssocID="{48324CD4-55B7-4ACD-BB3F-9BEFE5089726}" presName="node" presStyleLbl="node1" presStyleIdx="3" presStyleCnt="4">
        <dgm:presLayoutVars>
          <dgm:bulletEnabled val="1"/>
        </dgm:presLayoutVars>
      </dgm:prSet>
      <dgm:spPr/>
    </dgm:pt>
    <dgm:pt modelId="{96DA473C-93C6-4887-9103-D8747BB8015D}" type="pres">
      <dgm:prSet presAssocID="{48324CD4-55B7-4ACD-BB3F-9BEFE5089726}" presName="spNode" presStyleCnt="0"/>
      <dgm:spPr/>
    </dgm:pt>
    <dgm:pt modelId="{10C2FAE3-571A-4A8F-AA5B-5AAE4CBBC3F5}" type="pres">
      <dgm:prSet presAssocID="{B802AFE3-6416-47D5-9B49-0E5984142521}" presName="sibTrans" presStyleLbl="sibTrans1D1" presStyleIdx="3" presStyleCnt="4"/>
      <dgm:spPr/>
    </dgm:pt>
  </dgm:ptLst>
  <dgm:cxnLst>
    <dgm:cxn modelId="{E6A59E06-284A-4D7B-A59D-D331C19D7B1A}" srcId="{2B284B15-FE68-40BA-8110-975639EA58C3}" destId="{8040F44F-6B63-45DA-B8F4-4DBC2899F07B}" srcOrd="1" destOrd="0" parTransId="{702CE08C-C4A6-4C16-948A-3C434A22FF5A}" sibTransId="{494F2470-228E-4E02-8622-82EDE27CE1FA}"/>
    <dgm:cxn modelId="{06196F10-1D2A-4351-A284-7FEA30EEE285}" type="presOf" srcId="{B802AFE3-6416-47D5-9B49-0E5984142521}" destId="{10C2FAE3-571A-4A8F-AA5B-5AAE4CBBC3F5}" srcOrd="0" destOrd="0" presId="urn:microsoft.com/office/officeart/2005/8/layout/cycle5"/>
    <dgm:cxn modelId="{7E4E4C2A-1166-440C-A98F-38185BFAE02B}" type="presOf" srcId="{BBE90C04-ACEE-4B4B-AB5A-8449378E06D3}" destId="{4569993F-87F0-4077-BFAF-37365F9EF5DB}" srcOrd="0" destOrd="0" presId="urn:microsoft.com/office/officeart/2005/8/layout/cycle5"/>
    <dgm:cxn modelId="{FC263C32-A264-4313-BC90-68247863FD4B}" type="presOf" srcId="{B33CEF3E-326F-4893-94D6-520A17ED017C}" destId="{23756BDE-5EFE-4D9A-AAC4-EEFF4EFB704D}" srcOrd="0" destOrd="0" presId="urn:microsoft.com/office/officeart/2005/8/layout/cycle5"/>
    <dgm:cxn modelId="{3BCE6B34-4C5F-4DC8-96D2-81DB9CD0787C}" type="presOf" srcId="{FCFE3516-A24B-4307-AE06-7F934335509F}" destId="{8F66D5BB-140C-4AF3-BDC4-2A41BD3503CB}" srcOrd="0" destOrd="0" presId="urn:microsoft.com/office/officeart/2005/8/layout/cycle5"/>
    <dgm:cxn modelId="{B2ACF150-F121-4571-BDCC-94C952EB239F}" type="presOf" srcId="{494F2470-228E-4E02-8622-82EDE27CE1FA}" destId="{448CFB4E-9785-40F7-BAFD-D3D2419A897C}" srcOrd="0" destOrd="0" presId="urn:microsoft.com/office/officeart/2005/8/layout/cycle5"/>
    <dgm:cxn modelId="{185EEC53-43A1-4AF0-8152-05D714A16DBB}" srcId="{2B284B15-FE68-40BA-8110-975639EA58C3}" destId="{FCFE3516-A24B-4307-AE06-7F934335509F}" srcOrd="0" destOrd="0" parTransId="{FF5BDD48-3541-4E95-B16F-668DBC5E768D}" sibTransId="{BBE90C04-ACEE-4B4B-AB5A-8449378E06D3}"/>
    <dgm:cxn modelId="{32F5AC8D-9D8D-46A2-8292-8C534554612F}" srcId="{2B284B15-FE68-40BA-8110-975639EA58C3}" destId="{B33CEF3E-326F-4893-94D6-520A17ED017C}" srcOrd="2" destOrd="0" parTransId="{0A9872A9-7D91-4DB1-A2C7-72783A9DFB38}" sibTransId="{3A8E50E3-169D-4F95-A0FF-852FBABBCF4E}"/>
    <dgm:cxn modelId="{770ADF8F-7CC4-4B6A-8448-0BE91338FF63}" type="presOf" srcId="{2B284B15-FE68-40BA-8110-975639EA58C3}" destId="{E3F8263E-E27E-4A94-B7D7-3828AB271E51}" srcOrd="0" destOrd="0" presId="urn:microsoft.com/office/officeart/2005/8/layout/cycle5"/>
    <dgm:cxn modelId="{870D4F9A-AC95-4F63-9440-5E779AB28978}" type="presOf" srcId="{48324CD4-55B7-4ACD-BB3F-9BEFE5089726}" destId="{6249B0E0-945D-4F55-B6D7-48AD30CCA9D6}" srcOrd="0" destOrd="0" presId="urn:microsoft.com/office/officeart/2005/8/layout/cycle5"/>
    <dgm:cxn modelId="{7F1558B6-41CA-4778-B26C-C8D9A837B930}" type="presOf" srcId="{3A8E50E3-169D-4F95-A0FF-852FBABBCF4E}" destId="{210A95E2-7BBC-435D-BC4C-637C10EB1BF8}" srcOrd="0" destOrd="0" presId="urn:microsoft.com/office/officeart/2005/8/layout/cycle5"/>
    <dgm:cxn modelId="{E7FA03BC-FF17-46B2-BD5B-7A845D5E7BA1}" srcId="{2B284B15-FE68-40BA-8110-975639EA58C3}" destId="{48324CD4-55B7-4ACD-BB3F-9BEFE5089726}" srcOrd="3" destOrd="0" parTransId="{71962590-7BF4-4782-A964-0D96E1B935F3}" sibTransId="{B802AFE3-6416-47D5-9B49-0E5984142521}"/>
    <dgm:cxn modelId="{1B81C4F0-5107-4217-AE90-240F28119C04}" type="presOf" srcId="{8040F44F-6B63-45DA-B8F4-4DBC2899F07B}" destId="{A59DC4C4-F2A3-4374-B97F-AB878E2E2F59}" srcOrd="0" destOrd="0" presId="urn:microsoft.com/office/officeart/2005/8/layout/cycle5"/>
    <dgm:cxn modelId="{FAF18F59-FECB-4293-BF28-A2BD14B0EBAB}" type="presParOf" srcId="{E3F8263E-E27E-4A94-B7D7-3828AB271E51}" destId="{8F66D5BB-140C-4AF3-BDC4-2A41BD3503CB}" srcOrd="0" destOrd="0" presId="urn:microsoft.com/office/officeart/2005/8/layout/cycle5"/>
    <dgm:cxn modelId="{66CD8CA1-727B-437A-AF4E-F1D0973BD843}" type="presParOf" srcId="{E3F8263E-E27E-4A94-B7D7-3828AB271E51}" destId="{8C3C8E1B-20F9-42FE-B082-30B68D7B7EAB}" srcOrd="1" destOrd="0" presId="urn:microsoft.com/office/officeart/2005/8/layout/cycle5"/>
    <dgm:cxn modelId="{8B46E0B9-4ADE-4EDC-A9CC-C8EAF98E4C78}" type="presParOf" srcId="{E3F8263E-E27E-4A94-B7D7-3828AB271E51}" destId="{4569993F-87F0-4077-BFAF-37365F9EF5DB}" srcOrd="2" destOrd="0" presId="urn:microsoft.com/office/officeart/2005/8/layout/cycle5"/>
    <dgm:cxn modelId="{1CA71EE9-CED7-45FD-BC55-E1B5F47D18FD}" type="presParOf" srcId="{E3F8263E-E27E-4A94-B7D7-3828AB271E51}" destId="{A59DC4C4-F2A3-4374-B97F-AB878E2E2F59}" srcOrd="3" destOrd="0" presId="urn:microsoft.com/office/officeart/2005/8/layout/cycle5"/>
    <dgm:cxn modelId="{1EE79A31-15FE-4BEE-9F50-AF4EAA99CF79}" type="presParOf" srcId="{E3F8263E-E27E-4A94-B7D7-3828AB271E51}" destId="{F25F8594-AC19-4558-A6D5-89735C5F5A48}" srcOrd="4" destOrd="0" presId="urn:microsoft.com/office/officeart/2005/8/layout/cycle5"/>
    <dgm:cxn modelId="{F8AD8BAF-28A0-43D1-A1F2-133DCFA56C92}" type="presParOf" srcId="{E3F8263E-E27E-4A94-B7D7-3828AB271E51}" destId="{448CFB4E-9785-40F7-BAFD-D3D2419A897C}" srcOrd="5" destOrd="0" presId="urn:microsoft.com/office/officeart/2005/8/layout/cycle5"/>
    <dgm:cxn modelId="{0DC1E099-3399-4D7E-9463-06387E468F74}" type="presParOf" srcId="{E3F8263E-E27E-4A94-B7D7-3828AB271E51}" destId="{23756BDE-5EFE-4D9A-AAC4-EEFF4EFB704D}" srcOrd="6" destOrd="0" presId="urn:microsoft.com/office/officeart/2005/8/layout/cycle5"/>
    <dgm:cxn modelId="{6A65364B-5A03-457C-AB95-6A89C62A8E72}" type="presParOf" srcId="{E3F8263E-E27E-4A94-B7D7-3828AB271E51}" destId="{BAEDA2B6-36BA-4F84-B82C-20F50083D2FD}" srcOrd="7" destOrd="0" presId="urn:microsoft.com/office/officeart/2005/8/layout/cycle5"/>
    <dgm:cxn modelId="{537D2BAA-A5ED-4B0D-9C19-0B525BCFFB51}" type="presParOf" srcId="{E3F8263E-E27E-4A94-B7D7-3828AB271E51}" destId="{210A95E2-7BBC-435D-BC4C-637C10EB1BF8}" srcOrd="8" destOrd="0" presId="urn:microsoft.com/office/officeart/2005/8/layout/cycle5"/>
    <dgm:cxn modelId="{051AE646-7840-45A0-89FA-B4590C3BE970}" type="presParOf" srcId="{E3F8263E-E27E-4A94-B7D7-3828AB271E51}" destId="{6249B0E0-945D-4F55-B6D7-48AD30CCA9D6}" srcOrd="9" destOrd="0" presId="urn:microsoft.com/office/officeart/2005/8/layout/cycle5"/>
    <dgm:cxn modelId="{6094D833-FFB3-4B98-94C4-8338B989AAF6}" type="presParOf" srcId="{E3F8263E-E27E-4A94-B7D7-3828AB271E51}" destId="{96DA473C-93C6-4887-9103-D8747BB8015D}" srcOrd="10" destOrd="0" presId="urn:microsoft.com/office/officeart/2005/8/layout/cycle5"/>
    <dgm:cxn modelId="{33AEDCB5-3004-4E14-8234-58FA2CE2794F}" type="presParOf" srcId="{E3F8263E-E27E-4A94-B7D7-3828AB271E51}" destId="{10C2FAE3-571A-4A8F-AA5B-5AAE4CBBC3F5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75493EF-F0B1-46FC-A7B9-5ABBF8BBF766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11A5AD4C-51DB-4E52-9E98-9762C6A186FF}">
      <dgm:prSet/>
      <dgm:spPr/>
      <dgm:t>
        <a:bodyPr/>
        <a:lstStyle/>
        <a:p>
          <a:pPr rtl="0"/>
          <a:r>
            <a:rPr lang="es-PE" b="1"/>
            <a:t>Reducción de errores mediante validaciones automáticas.</a:t>
          </a:r>
          <a:endParaRPr lang="es-ES" b="1"/>
        </a:p>
      </dgm:t>
    </dgm:pt>
    <dgm:pt modelId="{9A868743-B2FC-491B-9E7A-1313B90FBE53}" type="parTrans" cxnId="{78871FC3-40F9-422D-85DD-C2FA6798A1AD}">
      <dgm:prSet/>
      <dgm:spPr/>
      <dgm:t>
        <a:bodyPr/>
        <a:lstStyle/>
        <a:p>
          <a:endParaRPr lang="es-PE" b="1"/>
        </a:p>
      </dgm:t>
    </dgm:pt>
    <dgm:pt modelId="{4D30A296-6186-410A-99A5-95B338E1BE14}" type="sibTrans" cxnId="{78871FC3-40F9-422D-85DD-C2FA6798A1AD}">
      <dgm:prSet/>
      <dgm:spPr/>
      <dgm:t>
        <a:bodyPr/>
        <a:lstStyle/>
        <a:p>
          <a:endParaRPr lang="es-PE" b="1"/>
        </a:p>
      </dgm:t>
    </dgm:pt>
    <dgm:pt modelId="{BF573C98-A6D8-473C-B91E-E6CB1D3987DB}">
      <dgm:prSet/>
      <dgm:spPr/>
      <dgm:t>
        <a:bodyPr/>
        <a:lstStyle/>
        <a:p>
          <a:pPr rtl="0"/>
          <a:r>
            <a:rPr lang="es-PE" b="1"/>
            <a:t>Aceleración del ciclo de rendición de cuentas.</a:t>
          </a:r>
          <a:endParaRPr lang="es-ES" b="1"/>
        </a:p>
      </dgm:t>
    </dgm:pt>
    <dgm:pt modelId="{E1695A64-5DE3-4C2C-861A-DD0020B91168}" type="parTrans" cxnId="{85DE2941-C8AE-4D18-B9D7-B22A8B2FA555}">
      <dgm:prSet/>
      <dgm:spPr/>
      <dgm:t>
        <a:bodyPr/>
        <a:lstStyle/>
        <a:p>
          <a:endParaRPr lang="es-PE" b="1"/>
        </a:p>
      </dgm:t>
    </dgm:pt>
    <dgm:pt modelId="{78ABBBBD-A6DC-4444-AB5D-D605DA1B53AE}" type="sibTrans" cxnId="{85DE2941-C8AE-4D18-B9D7-B22A8B2FA555}">
      <dgm:prSet/>
      <dgm:spPr/>
      <dgm:t>
        <a:bodyPr/>
        <a:lstStyle/>
        <a:p>
          <a:endParaRPr lang="es-PE" b="1"/>
        </a:p>
      </dgm:t>
    </dgm:pt>
    <dgm:pt modelId="{EA774895-A89A-44E8-8545-E55E186DF04B}">
      <dgm:prSet/>
      <dgm:spPr/>
      <dgm:t>
        <a:bodyPr/>
        <a:lstStyle/>
        <a:p>
          <a:pPr rtl="0"/>
          <a:r>
            <a:rPr lang="es-PE" b="1"/>
            <a:t>Optimización de la carga del personal administrativo.</a:t>
          </a:r>
          <a:endParaRPr lang="es-ES" b="1"/>
        </a:p>
      </dgm:t>
    </dgm:pt>
    <dgm:pt modelId="{991338A2-A0E0-4A72-91F1-B207BA42617A}" type="parTrans" cxnId="{A54C0942-19F0-4A4A-A181-A994E23B4009}">
      <dgm:prSet/>
      <dgm:spPr/>
      <dgm:t>
        <a:bodyPr/>
        <a:lstStyle/>
        <a:p>
          <a:endParaRPr lang="es-PE" b="1"/>
        </a:p>
      </dgm:t>
    </dgm:pt>
    <dgm:pt modelId="{BE48EE9A-BB48-4730-9DD6-9963D1C18A50}" type="sibTrans" cxnId="{A54C0942-19F0-4A4A-A181-A994E23B4009}">
      <dgm:prSet/>
      <dgm:spPr/>
      <dgm:t>
        <a:bodyPr/>
        <a:lstStyle/>
        <a:p>
          <a:endParaRPr lang="es-PE" b="1"/>
        </a:p>
      </dgm:t>
    </dgm:pt>
    <dgm:pt modelId="{C44D743A-D89B-4AF1-9EAA-B3794B64E4CE}">
      <dgm:prSet/>
      <dgm:spPr/>
      <dgm:t>
        <a:bodyPr/>
        <a:lstStyle/>
        <a:p>
          <a:pPr rtl="0"/>
          <a:r>
            <a:rPr lang="es-PE" b="1"/>
            <a:t>Mayor trazabilidad, transparencia y estandarización.</a:t>
          </a:r>
          <a:endParaRPr lang="es-ES" b="1"/>
        </a:p>
      </dgm:t>
    </dgm:pt>
    <dgm:pt modelId="{CA52120E-9506-403D-89CF-CD153DBE5E2A}" type="parTrans" cxnId="{A45ECD32-E439-4E08-83AF-F7EF4A7700D6}">
      <dgm:prSet/>
      <dgm:spPr/>
      <dgm:t>
        <a:bodyPr/>
        <a:lstStyle/>
        <a:p>
          <a:endParaRPr lang="es-PE" b="1"/>
        </a:p>
      </dgm:t>
    </dgm:pt>
    <dgm:pt modelId="{555169A5-C000-46F2-8BB9-EB7C59E7F843}" type="sibTrans" cxnId="{A45ECD32-E439-4E08-83AF-F7EF4A7700D6}">
      <dgm:prSet/>
      <dgm:spPr/>
      <dgm:t>
        <a:bodyPr/>
        <a:lstStyle/>
        <a:p>
          <a:endParaRPr lang="es-PE" b="1"/>
        </a:p>
      </dgm:t>
    </dgm:pt>
    <dgm:pt modelId="{17807450-720C-4336-8B83-07C712155FF9}">
      <dgm:prSet/>
      <dgm:spPr/>
      <dgm:t>
        <a:bodyPr/>
        <a:lstStyle/>
        <a:p>
          <a:pPr rtl="0"/>
          <a:r>
            <a:rPr lang="es-PE" b="1" dirty="0"/>
            <a:t>Menor reproceso y mayor satisfacción del personal.</a:t>
          </a:r>
          <a:endParaRPr lang="es-ES" b="1" dirty="0"/>
        </a:p>
      </dgm:t>
    </dgm:pt>
    <dgm:pt modelId="{92577F67-42E7-4061-BE97-04FA37CA4694}" type="parTrans" cxnId="{B1880020-FEE6-44D1-A3A8-56F423E7F297}">
      <dgm:prSet/>
      <dgm:spPr/>
      <dgm:t>
        <a:bodyPr/>
        <a:lstStyle/>
        <a:p>
          <a:endParaRPr lang="es-PE" b="1"/>
        </a:p>
      </dgm:t>
    </dgm:pt>
    <dgm:pt modelId="{5B026C86-2BBE-4DC5-A7F7-625A903C6C8F}" type="sibTrans" cxnId="{B1880020-FEE6-44D1-A3A8-56F423E7F297}">
      <dgm:prSet/>
      <dgm:spPr/>
      <dgm:t>
        <a:bodyPr/>
        <a:lstStyle/>
        <a:p>
          <a:endParaRPr lang="es-PE" b="1"/>
        </a:p>
      </dgm:t>
    </dgm:pt>
    <dgm:pt modelId="{ECFC71DD-8B4C-4231-B1E2-E0E442EE5803}" type="pres">
      <dgm:prSet presAssocID="{675493EF-F0B1-46FC-A7B9-5ABBF8BBF766}" presName="CompostProcess" presStyleCnt="0">
        <dgm:presLayoutVars>
          <dgm:dir/>
          <dgm:resizeHandles val="exact"/>
        </dgm:presLayoutVars>
      </dgm:prSet>
      <dgm:spPr/>
    </dgm:pt>
    <dgm:pt modelId="{810909E7-0215-4223-BE15-788B4CED8449}" type="pres">
      <dgm:prSet presAssocID="{675493EF-F0B1-46FC-A7B9-5ABBF8BBF766}" presName="arrow" presStyleLbl="bgShp" presStyleIdx="0" presStyleCnt="1"/>
      <dgm:spPr/>
    </dgm:pt>
    <dgm:pt modelId="{03E6C270-F87D-4A8A-9012-2D87669D86A5}" type="pres">
      <dgm:prSet presAssocID="{675493EF-F0B1-46FC-A7B9-5ABBF8BBF766}" presName="linearProcess" presStyleCnt="0"/>
      <dgm:spPr/>
    </dgm:pt>
    <dgm:pt modelId="{BD4B2363-7041-4B25-8115-26B8805B7463}" type="pres">
      <dgm:prSet presAssocID="{11A5AD4C-51DB-4E52-9E98-9762C6A186FF}" presName="textNode" presStyleLbl="node1" presStyleIdx="0" presStyleCnt="5">
        <dgm:presLayoutVars>
          <dgm:bulletEnabled val="1"/>
        </dgm:presLayoutVars>
      </dgm:prSet>
      <dgm:spPr/>
    </dgm:pt>
    <dgm:pt modelId="{9624E573-D917-46A3-B952-ECDC8E343B3C}" type="pres">
      <dgm:prSet presAssocID="{4D30A296-6186-410A-99A5-95B338E1BE14}" presName="sibTrans" presStyleCnt="0"/>
      <dgm:spPr/>
    </dgm:pt>
    <dgm:pt modelId="{84B3A971-9382-4B06-808E-2E3914EFFABE}" type="pres">
      <dgm:prSet presAssocID="{BF573C98-A6D8-473C-B91E-E6CB1D3987DB}" presName="textNode" presStyleLbl="node1" presStyleIdx="1" presStyleCnt="5">
        <dgm:presLayoutVars>
          <dgm:bulletEnabled val="1"/>
        </dgm:presLayoutVars>
      </dgm:prSet>
      <dgm:spPr/>
    </dgm:pt>
    <dgm:pt modelId="{FFA7CDB7-7AC5-4937-8E34-3FEB029EE578}" type="pres">
      <dgm:prSet presAssocID="{78ABBBBD-A6DC-4444-AB5D-D605DA1B53AE}" presName="sibTrans" presStyleCnt="0"/>
      <dgm:spPr/>
    </dgm:pt>
    <dgm:pt modelId="{4BAF453F-B1C9-4E77-B74A-FE9FAC3B6831}" type="pres">
      <dgm:prSet presAssocID="{EA774895-A89A-44E8-8545-E55E186DF04B}" presName="textNode" presStyleLbl="node1" presStyleIdx="2" presStyleCnt="5">
        <dgm:presLayoutVars>
          <dgm:bulletEnabled val="1"/>
        </dgm:presLayoutVars>
      </dgm:prSet>
      <dgm:spPr/>
    </dgm:pt>
    <dgm:pt modelId="{08BB0A23-56F1-4308-96D7-DB9309BBEFB3}" type="pres">
      <dgm:prSet presAssocID="{BE48EE9A-BB48-4730-9DD6-9963D1C18A50}" presName="sibTrans" presStyleCnt="0"/>
      <dgm:spPr/>
    </dgm:pt>
    <dgm:pt modelId="{D0248930-5E10-4D0E-A791-90AE0E82E2DF}" type="pres">
      <dgm:prSet presAssocID="{C44D743A-D89B-4AF1-9EAA-B3794B64E4CE}" presName="textNode" presStyleLbl="node1" presStyleIdx="3" presStyleCnt="5">
        <dgm:presLayoutVars>
          <dgm:bulletEnabled val="1"/>
        </dgm:presLayoutVars>
      </dgm:prSet>
      <dgm:spPr/>
    </dgm:pt>
    <dgm:pt modelId="{0A6474BA-953F-442B-9F77-61F93AA369D0}" type="pres">
      <dgm:prSet presAssocID="{555169A5-C000-46F2-8BB9-EB7C59E7F843}" presName="sibTrans" presStyleCnt="0"/>
      <dgm:spPr/>
    </dgm:pt>
    <dgm:pt modelId="{D65DDCBC-0AC0-4545-8DEA-885941864F8A}" type="pres">
      <dgm:prSet presAssocID="{17807450-720C-4336-8B83-07C712155FF9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DE276714-4C36-48F6-99AE-DF4E1251BDF3}" type="presOf" srcId="{675493EF-F0B1-46FC-A7B9-5ABBF8BBF766}" destId="{ECFC71DD-8B4C-4231-B1E2-E0E442EE5803}" srcOrd="0" destOrd="0" presId="urn:microsoft.com/office/officeart/2005/8/layout/hProcess9"/>
    <dgm:cxn modelId="{B1880020-FEE6-44D1-A3A8-56F423E7F297}" srcId="{675493EF-F0B1-46FC-A7B9-5ABBF8BBF766}" destId="{17807450-720C-4336-8B83-07C712155FF9}" srcOrd="4" destOrd="0" parTransId="{92577F67-42E7-4061-BE97-04FA37CA4694}" sibTransId="{5B026C86-2BBE-4DC5-A7F7-625A903C6C8F}"/>
    <dgm:cxn modelId="{3263A12C-B868-4481-9F7D-64130DB3D625}" type="presOf" srcId="{BF573C98-A6D8-473C-B91E-E6CB1D3987DB}" destId="{84B3A971-9382-4B06-808E-2E3914EFFABE}" srcOrd="0" destOrd="0" presId="urn:microsoft.com/office/officeart/2005/8/layout/hProcess9"/>
    <dgm:cxn modelId="{A45ECD32-E439-4E08-83AF-F7EF4A7700D6}" srcId="{675493EF-F0B1-46FC-A7B9-5ABBF8BBF766}" destId="{C44D743A-D89B-4AF1-9EAA-B3794B64E4CE}" srcOrd="3" destOrd="0" parTransId="{CA52120E-9506-403D-89CF-CD153DBE5E2A}" sibTransId="{555169A5-C000-46F2-8BB9-EB7C59E7F843}"/>
    <dgm:cxn modelId="{85DE2941-C8AE-4D18-B9D7-B22A8B2FA555}" srcId="{675493EF-F0B1-46FC-A7B9-5ABBF8BBF766}" destId="{BF573C98-A6D8-473C-B91E-E6CB1D3987DB}" srcOrd="1" destOrd="0" parTransId="{E1695A64-5DE3-4C2C-861A-DD0020B91168}" sibTransId="{78ABBBBD-A6DC-4444-AB5D-D605DA1B53AE}"/>
    <dgm:cxn modelId="{A54C0942-19F0-4A4A-A181-A994E23B4009}" srcId="{675493EF-F0B1-46FC-A7B9-5ABBF8BBF766}" destId="{EA774895-A89A-44E8-8545-E55E186DF04B}" srcOrd="2" destOrd="0" parTransId="{991338A2-A0E0-4A72-91F1-B207BA42617A}" sibTransId="{BE48EE9A-BB48-4730-9DD6-9963D1C18A50}"/>
    <dgm:cxn modelId="{C96F3D54-1E4F-405E-B04A-8B33F5C9853E}" type="presOf" srcId="{17807450-720C-4336-8B83-07C712155FF9}" destId="{D65DDCBC-0AC0-4545-8DEA-885941864F8A}" srcOrd="0" destOrd="0" presId="urn:microsoft.com/office/officeart/2005/8/layout/hProcess9"/>
    <dgm:cxn modelId="{A5CCC990-D83D-449E-A667-8A7C57B27D7B}" type="presOf" srcId="{11A5AD4C-51DB-4E52-9E98-9762C6A186FF}" destId="{BD4B2363-7041-4B25-8115-26B8805B7463}" srcOrd="0" destOrd="0" presId="urn:microsoft.com/office/officeart/2005/8/layout/hProcess9"/>
    <dgm:cxn modelId="{F603BD9B-9548-425C-AB5C-C30D35700D2C}" type="presOf" srcId="{EA774895-A89A-44E8-8545-E55E186DF04B}" destId="{4BAF453F-B1C9-4E77-B74A-FE9FAC3B6831}" srcOrd="0" destOrd="0" presId="urn:microsoft.com/office/officeart/2005/8/layout/hProcess9"/>
    <dgm:cxn modelId="{C48EF9B5-7C57-41DB-A85E-C1CDF6A78604}" type="presOf" srcId="{C44D743A-D89B-4AF1-9EAA-B3794B64E4CE}" destId="{D0248930-5E10-4D0E-A791-90AE0E82E2DF}" srcOrd="0" destOrd="0" presId="urn:microsoft.com/office/officeart/2005/8/layout/hProcess9"/>
    <dgm:cxn modelId="{78871FC3-40F9-422D-85DD-C2FA6798A1AD}" srcId="{675493EF-F0B1-46FC-A7B9-5ABBF8BBF766}" destId="{11A5AD4C-51DB-4E52-9E98-9762C6A186FF}" srcOrd="0" destOrd="0" parTransId="{9A868743-B2FC-491B-9E7A-1313B90FBE53}" sibTransId="{4D30A296-6186-410A-99A5-95B338E1BE14}"/>
    <dgm:cxn modelId="{1CB690F5-61AD-4D1C-AF97-97CE9BA8C8A9}" type="presParOf" srcId="{ECFC71DD-8B4C-4231-B1E2-E0E442EE5803}" destId="{810909E7-0215-4223-BE15-788B4CED8449}" srcOrd="0" destOrd="0" presId="urn:microsoft.com/office/officeart/2005/8/layout/hProcess9"/>
    <dgm:cxn modelId="{E58C9456-1333-49E1-914B-86108DE9EEC7}" type="presParOf" srcId="{ECFC71DD-8B4C-4231-B1E2-E0E442EE5803}" destId="{03E6C270-F87D-4A8A-9012-2D87669D86A5}" srcOrd="1" destOrd="0" presId="urn:microsoft.com/office/officeart/2005/8/layout/hProcess9"/>
    <dgm:cxn modelId="{1E0FEE64-6EBF-4755-A39E-DB34883A5845}" type="presParOf" srcId="{03E6C270-F87D-4A8A-9012-2D87669D86A5}" destId="{BD4B2363-7041-4B25-8115-26B8805B7463}" srcOrd="0" destOrd="0" presId="urn:microsoft.com/office/officeart/2005/8/layout/hProcess9"/>
    <dgm:cxn modelId="{9D03DE44-3FE3-4E46-A7F4-4F9DD6E5243B}" type="presParOf" srcId="{03E6C270-F87D-4A8A-9012-2D87669D86A5}" destId="{9624E573-D917-46A3-B952-ECDC8E343B3C}" srcOrd="1" destOrd="0" presId="urn:microsoft.com/office/officeart/2005/8/layout/hProcess9"/>
    <dgm:cxn modelId="{972590C7-17B4-42AA-B131-352A42A44D57}" type="presParOf" srcId="{03E6C270-F87D-4A8A-9012-2D87669D86A5}" destId="{84B3A971-9382-4B06-808E-2E3914EFFABE}" srcOrd="2" destOrd="0" presId="urn:microsoft.com/office/officeart/2005/8/layout/hProcess9"/>
    <dgm:cxn modelId="{D07EB3FC-2E04-4A18-B3F6-DFD8058DA507}" type="presParOf" srcId="{03E6C270-F87D-4A8A-9012-2D87669D86A5}" destId="{FFA7CDB7-7AC5-4937-8E34-3FEB029EE578}" srcOrd="3" destOrd="0" presId="urn:microsoft.com/office/officeart/2005/8/layout/hProcess9"/>
    <dgm:cxn modelId="{08763E85-6837-4624-8435-F183410EF85D}" type="presParOf" srcId="{03E6C270-F87D-4A8A-9012-2D87669D86A5}" destId="{4BAF453F-B1C9-4E77-B74A-FE9FAC3B6831}" srcOrd="4" destOrd="0" presId="urn:microsoft.com/office/officeart/2005/8/layout/hProcess9"/>
    <dgm:cxn modelId="{1508B300-4977-42ED-BCED-E92A79672649}" type="presParOf" srcId="{03E6C270-F87D-4A8A-9012-2D87669D86A5}" destId="{08BB0A23-56F1-4308-96D7-DB9309BBEFB3}" srcOrd="5" destOrd="0" presId="urn:microsoft.com/office/officeart/2005/8/layout/hProcess9"/>
    <dgm:cxn modelId="{633A5F39-2DCB-4A40-ACCE-44BED7DF04CD}" type="presParOf" srcId="{03E6C270-F87D-4A8A-9012-2D87669D86A5}" destId="{D0248930-5E10-4D0E-A791-90AE0E82E2DF}" srcOrd="6" destOrd="0" presId="urn:microsoft.com/office/officeart/2005/8/layout/hProcess9"/>
    <dgm:cxn modelId="{59DAEDBB-06D5-4982-82DF-D63993911C5E}" type="presParOf" srcId="{03E6C270-F87D-4A8A-9012-2D87669D86A5}" destId="{0A6474BA-953F-442B-9F77-61F93AA369D0}" srcOrd="7" destOrd="0" presId="urn:microsoft.com/office/officeart/2005/8/layout/hProcess9"/>
    <dgm:cxn modelId="{B34F1B3E-5FEB-4825-A921-3ACDCFB3BDEF}" type="presParOf" srcId="{03E6C270-F87D-4A8A-9012-2D87669D86A5}" destId="{D65DDCBC-0AC0-4545-8DEA-885941864F8A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AF0837F-0A96-4FD0-B18F-7C9018CCBF4E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C59370DE-7D22-4B15-B74A-CEBD3059BD93}">
      <dgm:prSet/>
      <dgm:spPr/>
      <dgm:t>
        <a:bodyPr/>
        <a:lstStyle/>
        <a:p>
          <a:pPr rtl="0"/>
          <a:r>
            <a:rPr lang="es-PE" b="1"/>
            <a:t>Sostenibilidad operativa y mejora continua de la calidad de datos.</a:t>
          </a:r>
          <a:endParaRPr lang="es-ES"/>
        </a:p>
      </dgm:t>
    </dgm:pt>
    <dgm:pt modelId="{35503E3B-12B0-4A11-A43A-D9E8F89B1B3B}" type="parTrans" cxnId="{3E4D19F5-1085-490D-8531-4D9EDF3252F6}">
      <dgm:prSet/>
      <dgm:spPr/>
      <dgm:t>
        <a:bodyPr/>
        <a:lstStyle/>
        <a:p>
          <a:endParaRPr lang="es-PE"/>
        </a:p>
      </dgm:t>
    </dgm:pt>
    <dgm:pt modelId="{49BCCBD7-8544-4385-AD6B-6FA0819E7103}" type="sibTrans" cxnId="{3E4D19F5-1085-490D-8531-4D9EDF3252F6}">
      <dgm:prSet/>
      <dgm:spPr/>
      <dgm:t>
        <a:bodyPr/>
        <a:lstStyle/>
        <a:p>
          <a:endParaRPr lang="es-PE"/>
        </a:p>
      </dgm:t>
    </dgm:pt>
    <dgm:pt modelId="{21CF6B82-E11D-4DA4-983C-BA50693A45CB}">
      <dgm:prSet/>
      <dgm:spPr/>
      <dgm:t>
        <a:bodyPr/>
        <a:lstStyle/>
        <a:p>
          <a:pPr rtl="0"/>
          <a:r>
            <a:rPr lang="es-PE" b="1"/>
            <a:t>Ahorro económico en tiempos y costos administrativos.</a:t>
          </a:r>
          <a:endParaRPr lang="es-ES"/>
        </a:p>
      </dgm:t>
    </dgm:pt>
    <dgm:pt modelId="{CECC867B-E8BE-4F49-85D2-05CF0572D84E}" type="parTrans" cxnId="{AA8D901F-612B-497C-897D-46D39BEF4200}">
      <dgm:prSet/>
      <dgm:spPr/>
      <dgm:t>
        <a:bodyPr/>
        <a:lstStyle/>
        <a:p>
          <a:endParaRPr lang="es-PE"/>
        </a:p>
      </dgm:t>
    </dgm:pt>
    <dgm:pt modelId="{2EDB975E-1E96-4BC3-99A1-06FA794374A5}" type="sibTrans" cxnId="{AA8D901F-612B-497C-897D-46D39BEF4200}">
      <dgm:prSet/>
      <dgm:spPr/>
      <dgm:t>
        <a:bodyPr/>
        <a:lstStyle/>
        <a:p>
          <a:endParaRPr lang="es-PE"/>
        </a:p>
      </dgm:t>
    </dgm:pt>
    <dgm:pt modelId="{08B602CE-5D5B-41E4-A585-FC8A0C3F9499}">
      <dgm:prSet/>
      <dgm:spPr/>
      <dgm:t>
        <a:bodyPr/>
        <a:lstStyle/>
        <a:p>
          <a:pPr rtl="0"/>
          <a:r>
            <a:rPr lang="es-PE" b="1"/>
            <a:t>Fortalecimiento de la cultura digital institucional.</a:t>
          </a:r>
          <a:endParaRPr lang="es-ES"/>
        </a:p>
      </dgm:t>
    </dgm:pt>
    <dgm:pt modelId="{9C53263D-3A05-4DE0-8488-D7790826AECA}" type="parTrans" cxnId="{10FDA72F-6FDB-4303-AA82-E3166F4BEB4F}">
      <dgm:prSet/>
      <dgm:spPr/>
      <dgm:t>
        <a:bodyPr/>
        <a:lstStyle/>
        <a:p>
          <a:endParaRPr lang="es-PE"/>
        </a:p>
      </dgm:t>
    </dgm:pt>
    <dgm:pt modelId="{E81F72DC-7C1B-4008-A4B3-41960F7DF9BE}" type="sibTrans" cxnId="{10FDA72F-6FDB-4303-AA82-E3166F4BEB4F}">
      <dgm:prSet/>
      <dgm:spPr/>
      <dgm:t>
        <a:bodyPr/>
        <a:lstStyle/>
        <a:p>
          <a:endParaRPr lang="es-PE"/>
        </a:p>
      </dgm:t>
    </dgm:pt>
    <dgm:pt modelId="{E1D5FD2C-E027-471D-8CC2-EE6BEA1ADFBA}">
      <dgm:prSet/>
      <dgm:spPr/>
      <dgm:t>
        <a:bodyPr/>
        <a:lstStyle/>
        <a:p>
          <a:pPr rtl="0"/>
          <a:r>
            <a:rPr lang="es-PE" b="1"/>
            <a:t>Mayor confiabilidad y posicionamiento del INEI como entidad moderna</a:t>
          </a:r>
          <a:r>
            <a:rPr lang="es-PE"/>
            <a:t>.</a:t>
          </a:r>
          <a:endParaRPr lang="es-ES"/>
        </a:p>
      </dgm:t>
    </dgm:pt>
    <dgm:pt modelId="{C08274FC-6D0F-4F93-BFF7-3E1A6EB13918}" type="parTrans" cxnId="{99160C0A-3087-4688-A9DA-E57CA7D2CD25}">
      <dgm:prSet/>
      <dgm:spPr/>
      <dgm:t>
        <a:bodyPr/>
        <a:lstStyle/>
        <a:p>
          <a:endParaRPr lang="es-PE"/>
        </a:p>
      </dgm:t>
    </dgm:pt>
    <dgm:pt modelId="{93079BC4-A784-4EAB-AF49-E387A22B7EB3}" type="sibTrans" cxnId="{99160C0A-3087-4688-A9DA-E57CA7D2CD25}">
      <dgm:prSet/>
      <dgm:spPr/>
      <dgm:t>
        <a:bodyPr/>
        <a:lstStyle/>
        <a:p>
          <a:endParaRPr lang="es-PE"/>
        </a:p>
      </dgm:t>
    </dgm:pt>
    <dgm:pt modelId="{366CF2F2-F249-40C6-9CB3-9673A2502C8D}" type="pres">
      <dgm:prSet presAssocID="{2AF0837F-0A96-4FD0-B18F-7C9018CCBF4E}" presName="CompostProcess" presStyleCnt="0">
        <dgm:presLayoutVars>
          <dgm:dir/>
          <dgm:resizeHandles val="exact"/>
        </dgm:presLayoutVars>
      </dgm:prSet>
      <dgm:spPr/>
    </dgm:pt>
    <dgm:pt modelId="{AB31562E-009A-4AF7-A2CB-604553DF2523}" type="pres">
      <dgm:prSet presAssocID="{2AF0837F-0A96-4FD0-B18F-7C9018CCBF4E}" presName="arrow" presStyleLbl="bgShp" presStyleIdx="0" presStyleCnt="1"/>
      <dgm:spPr/>
    </dgm:pt>
    <dgm:pt modelId="{106CF873-EF67-4273-BEDF-85D64FA166AD}" type="pres">
      <dgm:prSet presAssocID="{2AF0837F-0A96-4FD0-B18F-7C9018CCBF4E}" presName="linearProcess" presStyleCnt="0"/>
      <dgm:spPr/>
    </dgm:pt>
    <dgm:pt modelId="{77678720-FB48-49AC-AD00-A1B5934FBBCF}" type="pres">
      <dgm:prSet presAssocID="{C59370DE-7D22-4B15-B74A-CEBD3059BD93}" presName="textNode" presStyleLbl="node1" presStyleIdx="0" presStyleCnt="4">
        <dgm:presLayoutVars>
          <dgm:bulletEnabled val="1"/>
        </dgm:presLayoutVars>
      </dgm:prSet>
      <dgm:spPr/>
    </dgm:pt>
    <dgm:pt modelId="{B1342CE7-76ED-4BF4-8BB6-12968449BB46}" type="pres">
      <dgm:prSet presAssocID="{49BCCBD7-8544-4385-AD6B-6FA0819E7103}" presName="sibTrans" presStyleCnt="0"/>
      <dgm:spPr/>
    </dgm:pt>
    <dgm:pt modelId="{74811EF4-73E7-4694-AB87-4248FE7E95B7}" type="pres">
      <dgm:prSet presAssocID="{21CF6B82-E11D-4DA4-983C-BA50693A45CB}" presName="textNode" presStyleLbl="node1" presStyleIdx="1" presStyleCnt="4">
        <dgm:presLayoutVars>
          <dgm:bulletEnabled val="1"/>
        </dgm:presLayoutVars>
      </dgm:prSet>
      <dgm:spPr/>
    </dgm:pt>
    <dgm:pt modelId="{90788BAB-6F8B-4066-9413-4B28C1FBF6F1}" type="pres">
      <dgm:prSet presAssocID="{2EDB975E-1E96-4BC3-99A1-06FA794374A5}" presName="sibTrans" presStyleCnt="0"/>
      <dgm:spPr/>
    </dgm:pt>
    <dgm:pt modelId="{6884EBC9-AC50-4E66-9C1A-407D30DECADF}" type="pres">
      <dgm:prSet presAssocID="{08B602CE-5D5B-41E4-A585-FC8A0C3F9499}" presName="textNode" presStyleLbl="node1" presStyleIdx="2" presStyleCnt="4">
        <dgm:presLayoutVars>
          <dgm:bulletEnabled val="1"/>
        </dgm:presLayoutVars>
      </dgm:prSet>
      <dgm:spPr/>
    </dgm:pt>
    <dgm:pt modelId="{AFE549D2-5B36-4E2C-A1C4-D9B143940882}" type="pres">
      <dgm:prSet presAssocID="{E81F72DC-7C1B-4008-A4B3-41960F7DF9BE}" presName="sibTrans" presStyleCnt="0"/>
      <dgm:spPr/>
    </dgm:pt>
    <dgm:pt modelId="{DB73F2F2-FB3B-4253-8F7C-70C6291E274F}" type="pres">
      <dgm:prSet presAssocID="{E1D5FD2C-E027-471D-8CC2-EE6BEA1ADFBA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77E40702-64E1-4BB2-9D75-BE96EEA9376F}" type="presOf" srcId="{21CF6B82-E11D-4DA4-983C-BA50693A45CB}" destId="{74811EF4-73E7-4694-AB87-4248FE7E95B7}" srcOrd="0" destOrd="0" presId="urn:microsoft.com/office/officeart/2005/8/layout/hProcess9"/>
    <dgm:cxn modelId="{99160C0A-3087-4688-A9DA-E57CA7D2CD25}" srcId="{2AF0837F-0A96-4FD0-B18F-7C9018CCBF4E}" destId="{E1D5FD2C-E027-471D-8CC2-EE6BEA1ADFBA}" srcOrd="3" destOrd="0" parTransId="{C08274FC-6D0F-4F93-BFF7-3E1A6EB13918}" sibTransId="{93079BC4-A784-4EAB-AF49-E387A22B7EB3}"/>
    <dgm:cxn modelId="{AA8D901F-612B-497C-897D-46D39BEF4200}" srcId="{2AF0837F-0A96-4FD0-B18F-7C9018CCBF4E}" destId="{21CF6B82-E11D-4DA4-983C-BA50693A45CB}" srcOrd="1" destOrd="0" parTransId="{CECC867B-E8BE-4F49-85D2-05CF0572D84E}" sibTransId="{2EDB975E-1E96-4BC3-99A1-06FA794374A5}"/>
    <dgm:cxn modelId="{10FDA72F-6FDB-4303-AA82-E3166F4BEB4F}" srcId="{2AF0837F-0A96-4FD0-B18F-7C9018CCBF4E}" destId="{08B602CE-5D5B-41E4-A585-FC8A0C3F9499}" srcOrd="2" destOrd="0" parTransId="{9C53263D-3A05-4DE0-8488-D7790826AECA}" sibTransId="{E81F72DC-7C1B-4008-A4B3-41960F7DF9BE}"/>
    <dgm:cxn modelId="{8CDB8545-F73A-4D15-B25B-0D6292CE6C8D}" type="presOf" srcId="{2AF0837F-0A96-4FD0-B18F-7C9018CCBF4E}" destId="{366CF2F2-F249-40C6-9CB3-9673A2502C8D}" srcOrd="0" destOrd="0" presId="urn:microsoft.com/office/officeart/2005/8/layout/hProcess9"/>
    <dgm:cxn modelId="{B1A61169-7EAD-45A4-8F75-57CA6D1F3ED2}" type="presOf" srcId="{08B602CE-5D5B-41E4-A585-FC8A0C3F9499}" destId="{6884EBC9-AC50-4E66-9C1A-407D30DECADF}" srcOrd="0" destOrd="0" presId="urn:microsoft.com/office/officeart/2005/8/layout/hProcess9"/>
    <dgm:cxn modelId="{158ACB6C-4B89-4F93-9291-CAE58920FF73}" type="presOf" srcId="{C59370DE-7D22-4B15-B74A-CEBD3059BD93}" destId="{77678720-FB48-49AC-AD00-A1B5934FBBCF}" srcOrd="0" destOrd="0" presId="urn:microsoft.com/office/officeart/2005/8/layout/hProcess9"/>
    <dgm:cxn modelId="{AE12DE6F-DA4A-4B7E-AF7F-B65E71F7911D}" type="presOf" srcId="{E1D5FD2C-E027-471D-8CC2-EE6BEA1ADFBA}" destId="{DB73F2F2-FB3B-4253-8F7C-70C6291E274F}" srcOrd="0" destOrd="0" presId="urn:microsoft.com/office/officeart/2005/8/layout/hProcess9"/>
    <dgm:cxn modelId="{3E4D19F5-1085-490D-8531-4D9EDF3252F6}" srcId="{2AF0837F-0A96-4FD0-B18F-7C9018CCBF4E}" destId="{C59370DE-7D22-4B15-B74A-CEBD3059BD93}" srcOrd="0" destOrd="0" parTransId="{35503E3B-12B0-4A11-A43A-D9E8F89B1B3B}" sibTransId="{49BCCBD7-8544-4385-AD6B-6FA0819E7103}"/>
    <dgm:cxn modelId="{F79DB2A2-CC88-471E-B7CF-C627CAAE7176}" type="presParOf" srcId="{366CF2F2-F249-40C6-9CB3-9673A2502C8D}" destId="{AB31562E-009A-4AF7-A2CB-604553DF2523}" srcOrd="0" destOrd="0" presId="urn:microsoft.com/office/officeart/2005/8/layout/hProcess9"/>
    <dgm:cxn modelId="{2C939D9D-8AEC-43B3-99C4-3A6C11425585}" type="presParOf" srcId="{366CF2F2-F249-40C6-9CB3-9673A2502C8D}" destId="{106CF873-EF67-4273-BEDF-85D64FA166AD}" srcOrd="1" destOrd="0" presId="urn:microsoft.com/office/officeart/2005/8/layout/hProcess9"/>
    <dgm:cxn modelId="{1A3853F6-3000-4470-AFA4-649369B14021}" type="presParOf" srcId="{106CF873-EF67-4273-BEDF-85D64FA166AD}" destId="{77678720-FB48-49AC-AD00-A1B5934FBBCF}" srcOrd="0" destOrd="0" presId="urn:microsoft.com/office/officeart/2005/8/layout/hProcess9"/>
    <dgm:cxn modelId="{AC547C68-AEEE-48EF-A917-0A228FAB72B1}" type="presParOf" srcId="{106CF873-EF67-4273-BEDF-85D64FA166AD}" destId="{B1342CE7-76ED-4BF4-8BB6-12968449BB46}" srcOrd="1" destOrd="0" presId="urn:microsoft.com/office/officeart/2005/8/layout/hProcess9"/>
    <dgm:cxn modelId="{9A8F32EB-3F46-4889-9636-90CE0C6A5F06}" type="presParOf" srcId="{106CF873-EF67-4273-BEDF-85D64FA166AD}" destId="{74811EF4-73E7-4694-AB87-4248FE7E95B7}" srcOrd="2" destOrd="0" presId="urn:microsoft.com/office/officeart/2005/8/layout/hProcess9"/>
    <dgm:cxn modelId="{25D4612D-D9B8-4A81-B5CF-CDA703A6AD70}" type="presParOf" srcId="{106CF873-EF67-4273-BEDF-85D64FA166AD}" destId="{90788BAB-6F8B-4066-9413-4B28C1FBF6F1}" srcOrd="3" destOrd="0" presId="urn:microsoft.com/office/officeart/2005/8/layout/hProcess9"/>
    <dgm:cxn modelId="{3D2ACB03-A05B-422A-B473-7BA1C5419B05}" type="presParOf" srcId="{106CF873-EF67-4273-BEDF-85D64FA166AD}" destId="{6884EBC9-AC50-4E66-9C1A-407D30DECADF}" srcOrd="4" destOrd="0" presId="urn:microsoft.com/office/officeart/2005/8/layout/hProcess9"/>
    <dgm:cxn modelId="{16A3C479-CFAC-4CBC-8497-8B5FD79FF8B7}" type="presParOf" srcId="{106CF873-EF67-4273-BEDF-85D64FA166AD}" destId="{AFE549D2-5B36-4E2C-A1C4-D9B143940882}" srcOrd="5" destOrd="0" presId="urn:microsoft.com/office/officeart/2005/8/layout/hProcess9"/>
    <dgm:cxn modelId="{BD48BA4C-7D63-4085-A988-1429F7451B96}" type="presParOf" srcId="{106CF873-EF67-4273-BEDF-85D64FA166AD}" destId="{DB73F2F2-FB3B-4253-8F7C-70C6291E274F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A1B67267-305C-4B37-8F69-29B20EA82D6E}" type="doc">
      <dgm:prSet loTypeId="urn:microsoft.com/office/officeart/2005/8/layout/cycle6" loCatId="relationship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31749B82-C30D-4F02-A91E-F521EE98C4C7}">
      <dgm:prSet/>
      <dgm:spPr/>
      <dgm:t>
        <a:bodyPr/>
        <a:lstStyle/>
        <a:p>
          <a:pPr rtl="0"/>
          <a:r>
            <a:rPr lang="es-PE" b="1"/>
            <a:t>Transformación del proceso: de manual a digital y automatizado.</a:t>
          </a:r>
          <a:endParaRPr lang="es-ES"/>
        </a:p>
      </dgm:t>
    </dgm:pt>
    <dgm:pt modelId="{6DAB4E29-1DAB-4AFD-8B02-326CA0DA4ED6}" type="parTrans" cxnId="{8F5B705C-6778-4160-B20A-7829542D6C11}">
      <dgm:prSet/>
      <dgm:spPr/>
      <dgm:t>
        <a:bodyPr/>
        <a:lstStyle/>
        <a:p>
          <a:endParaRPr lang="es-PE"/>
        </a:p>
      </dgm:t>
    </dgm:pt>
    <dgm:pt modelId="{A7219A52-5211-4163-86BD-DE107EA46273}" type="sibTrans" cxnId="{8F5B705C-6778-4160-B20A-7829542D6C11}">
      <dgm:prSet/>
      <dgm:spPr/>
      <dgm:t>
        <a:bodyPr/>
        <a:lstStyle/>
        <a:p>
          <a:endParaRPr lang="es-PE"/>
        </a:p>
      </dgm:t>
    </dgm:pt>
    <dgm:pt modelId="{A1BCB4B5-98AC-4BAA-B1CD-DB76A83B7580}">
      <dgm:prSet/>
      <dgm:spPr/>
      <dgm:t>
        <a:bodyPr/>
        <a:lstStyle/>
        <a:p>
          <a:pPr rtl="0"/>
          <a:r>
            <a:rPr lang="es-PE" b="1"/>
            <a:t>Mayor eficiencia en registro, revisión y aprobación.</a:t>
          </a:r>
          <a:endParaRPr lang="es-ES"/>
        </a:p>
      </dgm:t>
    </dgm:pt>
    <dgm:pt modelId="{691CF1F8-7B28-40A2-8DDF-98C789A4AB61}" type="parTrans" cxnId="{553B9727-E58C-4544-8D93-6B2DC4621296}">
      <dgm:prSet/>
      <dgm:spPr/>
      <dgm:t>
        <a:bodyPr/>
        <a:lstStyle/>
        <a:p>
          <a:endParaRPr lang="es-PE"/>
        </a:p>
      </dgm:t>
    </dgm:pt>
    <dgm:pt modelId="{F1F902E2-4BF7-4D75-AAEE-BE47BAFEAB80}" type="sibTrans" cxnId="{553B9727-E58C-4544-8D93-6B2DC4621296}">
      <dgm:prSet/>
      <dgm:spPr/>
      <dgm:t>
        <a:bodyPr/>
        <a:lstStyle/>
        <a:p>
          <a:endParaRPr lang="es-PE"/>
        </a:p>
      </dgm:t>
    </dgm:pt>
    <dgm:pt modelId="{3E2F8A84-14D5-478D-B013-F2D797A127A9}">
      <dgm:prSet/>
      <dgm:spPr/>
      <dgm:t>
        <a:bodyPr/>
        <a:lstStyle/>
        <a:p>
          <a:pPr rtl="0"/>
          <a:r>
            <a:rPr lang="es-PE" b="1"/>
            <a:t>Mejora significativa en la calidad y confiabilidad de los datos.</a:t>
          </a:r>
          <a:endParaRPr lang="es-ES"/>
        </a:p>
      </dgm:t>
    </dgm:pt>
    <dgm:pt modelId="{A5067038-3597-48A4-991D-D4A464093B4D}" type="parTrans" cxnId="{93036D04-BC93-4AB2-9713-63C38B26770F}">
      <dgm:prSet/>
      <dgm:spPr/>
      <dgm:t>
        <a:bodyPr/>
        <a:lstStyle/>
        <a:p>
          <a:endParaRPr lang="es-PE"/>
        </a:p>
      </dgm:t>
    </dgm:pt>
    <dgm:pt modelId="{40C53009-A2B7-4DF5-811D-5A8A9AFC372E}" type="sibTrans" cxnId="{93036D04-BC93-4AB2-9713-63C38B26770F}">
      <dgm:prSet/>
      <dgm:spPr/>
      <dgm:t>
        <a:bodyPr/>
        <a:lstStyle/>
        <a:p>
          <a:endParaRPr lang="es-PE"/>
        </a:p>
      </dgm:t>
    </dgm:pt>
    <dgm:pt modelId="{69880628-46BF-4A7E-9BF5-1E2CC65D86EC}">
      <dgm:prSet/>
      <dgm:spPr/>
      <dgm:t>
        <a:bodyPr/>
        <a:lstStyle/>
        <a:p>
          <a:pPr rtl="0"/>
          <a:r>
            <a:rPr lang="es-PE" b="1"/>
            <a:t>Reducción de reprocesos, observaciones y errores recurrentes.</a:t>
          </a:r>
          <a:endParaRPr lang="es-ES"/>
        </a:p>
      </dgm:t>
    </dgm:pt>
    <dgm:pt modelId="{97940013-FF52-40A5-ADED-87E4290C6AAA}" type="parTrans" cxnId="{7D79E559-2A4B-49E7-A615-893C6B54CB6D}">
      <dgm:prSet/>
      <dgm:spPr/>
      <dgm:t>
        <a:bodyPr/>
        <a:lstStyle/>
        <a:p>
          <a:endParaRPr lang="es-PE"/>
        </a:p>
      </dgm:t>
    </dgm:pt>
    <dgm:pt modelId="{4989EBFE-7DF4-4152-907E-AADD4D795509}" type="sibTrans" cxnId="{7D79E559-2A4B-49E7-A615-893C6B54CB6D}">
      <dgm:prSet/>
      <dgm:spPr/>
      <dgm:t>
        <a:bodyPr/>
        <a:lstStyle/>
        <a:p>
          <a:endParaRPr lang="es-PE"/>
        </a:p>
      </dgm:t>
    </dgm:pt>
    <dgm:pt modelId="{8899E64B-8F3C-4E71-8F51-08D81DD8ADE7}" type="pres">
      <dgm:prSet presAssocID="{A1B67267-305C-4B37-8F69-29B20EA82D6E}" presName="cycle" presStyleCnt="0">
        <dgm:presLayoutVars>
          <dgm:dir/>
          <dgm:resizeHandles val="exact"/>
        </dgm:presLayoutVars>
      </dgm:prSet>
      <dgm:spPr/>
    </dgm:pt>
    <dgm:pt modelId="{227C84CF-B8C5-4E2C-9958-10695DFCE820}" type="pres">
      <dgm:prSet presAssocID="{31749B82-C30D-4F02-A91E-F521EE98C4C7}" presName="node" presStyleLbl="node1" presStyleIdx="0" presStyleCnt="4">
        <dgm:presLayoutVars>
          <dgm:bulletEnabled val="1"/>
        </dgm:presLayoutVars>
      </dgm:prSet>
      <dgm:spPr/>
    </dgm:pt>
    <dgm:pt modelId="{352F61BA-0BD6-4C96-9734-8FF137879DA2}" type="pres">
      <dgm:prSet presAssocID="{31749B82-C30D-4F02-A91E-F521EE98C4C7}" presName="spNode" presStyleCnt="0"/>
      <dgm:spPr/>
    </dgm:pt>
    <dgm:pt modelId="{9EE8EC9E-8AF5-40CE-974E-660D15A0329A}" type="pres">
      <dgm:prSet presAssocID="{A7219A52-5211-4163-86BD-DE107EA46273}" presName="sibTrans" presStyleLbl="sibTrans1D1" presStyleIdx="0" presStyleCnt="4"/>
      <dgm:spPr/>
    </dgm:pt>
    <dgm:pt modelId="{05CD72A1-F957-4F99-86AB-0016A2FA8AB7}" type="pres">
      <dgm:prSet presAssocID="{A1BCB4B5-98AC-4BAA-B1CD-DB76A83B7580}" presName="node" presStyleLbl="node1" presStyleIdx="1" presStyleCnt="4">
        <dgm:presLayoutVars>
          <dgm:bulletEnabled val="1"/>
        </dgm:presLayoutVars>
      </dgm:prSet>
      <dgm:spPr/>
    </dgm:pt>
    <dgm:pt modelId="{5CDDDB88-021A-4FAA-82C3-6837A32AB1C7}" type="pres">
      <dgm:prSet presAssocID="{A1BCB4B5-98AC-4BAA-B1CD-DB76A83B7580}" presName="spNode" presStyleCnt="0"/>
      <dgm:spPr/>
    </dgm:pt>
    <dgm:pt modelId="{8ADC9C17-4BFE-4944-A91C-D70738D05EAC}" type="pres">
      <dgm:prSet presAssocID="{F1F902E2-4BF7-4D75-AAEE-BE47BAFEAB80}" presName="sibTrans" presStyleLbl="sibTrans1D1" presStyleIdx="1" presStyleCnt="4"/>
      <dgm:spPr/>
    </dgm:pt>
    <dgm:pt modelId="{23775DCE-3448-4398-9D08-2C1F2135E742}" type="pres">
      <dgm:prSet presAssocID="{3E2F8A84-14D5-478D-B013-F2D797A127A9}" presName="node" presStyleLbl="node1" presStyleIdx="2" presStyleCnt="4">
        <dgm:presLayoutVars>
          <dgm:bulletEnabled val="1"/>
        </dgm:presLayoutVars>
      </dgm:prSet>
      <dgm:spPr/>
    </dgm:pt>
    <dgm:pt modelId="{43598064-10BA-43F3-BBCB-135CCCB37466}" type="pres">
      <dgm:prSet presAssocID="{3E2F8A84-14D5-478D-B013-F2D797A127A9}" presName="spNode" presStyleCnt="0"/>
      <dgm:spPr/>
    </dgm:pt>
    <dgm:pt modelId="{D52E4040-FF21-4F61-95B4-7F8AC57F46D0}" type="pres">
      <dgm:prSet presAssocID="{40C53009-A2B7-4DF5-811D-5A8A9AFC372E}" presName="sibTrans" presStyleLbl="sibTrans1D1" presStyleIdx="2" presStyleCnt="4"/>
      <dgm:spPr/>
    </dgm:pt>
    <dgm:pt modelId="{BE951BD1-79CB-4E62-BDE5-4BB33409D1B3}" type="pres">
      <dgm:prSet presAssocID="{69880628-46BF-4A7E-9BF5-1E2CC65D86EC}" presName="node" presStyleLbl="node1" presStyleIdx="3" presStyleCnt="4">
        <dgm:presLayoutVars>
          <dgm:bulletEnabled val="1"/>
        </dgm:presLayoutVars>
      </dgm:prSet>
      <dgm:spPr/>
    </dgm:pt>
    <dgm:pt modelId="{22415CE9-9604-4BDC-9E31-B6EE1DC88B3C}" type="pres">
      <dgm:prSet presAssocID="{69880628-46BF-4A7E-9BF5-1E2CC65D86EC}" presName="spNode" presStyleCnt="0"/>
      <dgm:spPr/>
    </dgm:pt>
    <dgm:pt modelId="{07E45B81-1868-45F2-A42A-9DFDA0C3E326}" type="pres">
      <dgm:prSet presAssocID="{4989EBFE-7DF4-4152-907E-AADD4D795509}" presName="sibTrans" presStyleLbl="sibTrans1D1" presStyleIdx="3" presStyleCnt="4"/>
      <dgm:spPr/>
    </dgm:pt>
  </dgm:ptLst>
  <dgm:cxnLst>
    <dgm:cxn modelId="{93036D04-BC93-4AB2-9713-63C38B26770F}" srcId="{A1B67267-305C-4B37-8F69-29B20EA82D6E}" destId="{3E2F8A84-14D5-478D-B013-F2D797A127A9}" srcOrd="2" destOrd="0" parTransId="{A5067038-3597-48A4-991D-D4A464093B4D}" sibTransId="{40C53009-A2B7-4DF5-811D-5A8A9AFC372E}"/>
    <dgm:cxn modelId="{553B9727-E58C-4544-8D93-6B2DC4621296}" srcId="{A1B67267-305C-4B37-8F69-29B20EA82D6E}" destId="{A1BCB4B5-98AC-4BAA-B1CD-DB76A83B7580}" srcOrd="1" destOrd="0" parTransId="{691CF1F8-7B28-40A2-8DDF-98C789A4AB61}" sibTransId="{F1F902E2-4BF7-4D75-AAEE-BE47BAFEAB80}"/>
    <dgm:cxn modelId="{8F5B705C-6778-4160-B20A-7829542D6C11}" srcId="{A1B67267-305C-4B37-8F69-29B20EA82D6E}" destId="{31749B82-C30D-4F02-A91E-F521EE98C4C7}" srcOrd="0" destOrd="0" parTransId="{6DAB4E29-1DAB-4AFD-8B02-326CA0DA4ED6}" sibTransId="{A7219A52-5211-4163-86BD-DE107EA46273}"/>
    <dgm:cxn modelId="{69F84745-558E-4EF3-BD2F-E7E591867D77}" type="presOf" srcId="{3E2F8A84-14D5-478D-B013-F2D797A127A9}" destId="{23775DCE-3448-4398-9D08-2C1F2135E742}" srcOrd="0" destOrd="0" presId="urn:microsoft.com/office/officeart/2005/8/layout/cycle6"/>
    <dgm:cxn modelId="{97BC9F45-6C5C-43E7-AFAA-C56AA812F5C3}" type="presOf" srcId="{4989EBFE-7DF4-4152-907E-AADD4D795509}" destId="{07E45B81-1868-45F2-A42A-9DFDA0C3E326}" srcOrd="0" destOrd="0" presId="urn:microsoft.com/office/officeart/2005/8/layout/cycle6"/>
    <dgm:cxn modelId="{BF28EA67-1BA1-46B7-80D0-FBA2EE0222FA}" type="presOf" srcId="{31749B82-C30D-4F02-A91E-F521EE98C4C7}" destId="{227C84CF-B8C5-4E2C-9958-10695DFCE820}" srcOrd="0" destOrd="0" presId="urn:microsoft.com/office/officeart/2005/8/layout/cycle6"/>
    <dgm:cxn modelId="{C1E3346D-CCAB-4878-8837-06387A15DF09}" type="presOf" srcId="{F1F902E2-4BF7-4D75-AAEE-BE47BAFEAB80}" destId="{8ADC9C17-4BFE-4944-A91C-D70738D05EAC}" srcOrd="0" destOrd="0" presId="urn:microsoft.com/office/officeart/2005/8/layout/cycle6"/>
    <dgm:cxn modelId="{44D8EA4F-1277-44FD-933F-AEC2A201D4E1}" type="presOf" srcId="{69880628-46BF-4A7E-9BF5-1E2CC65D86EC}" destId="{BE951BD1-79CB-4E62-BDE5-4BB33409D1B3}" srcOrd="0" destOrd="0" presId="urn:microsoft.com/office/officeart/2005/8/layout/cycle6"/>
    <dgm:cxn modelId="{7D79E559-2A4B-49E7-A615-893C6B54CB6D}" srcId="{A1B67267-305C-4B37-8F69-29B20EA82D6E}" destId="{69880628-46BF-4A7E-9BF5-1E2CC65D86EC}" srcOrd="3" destOrd="0" parTransId="{97940013-FF52-40A5-ADED-87E4290C6AAA}" sibTransId="{4989EBFE-7DF4-4152-907E-AADD4D795509}"/>
    <dgm:cxn modelId="{F2EFF07D-A76E-40EF-9148-0E5C219109D7}" type="presOf" srcId="{A1BCB4B5-98AC-4BAA-B1CD-DB76A83B7580}" destId="{05CD72A1-F957-4F99-86AB-0016A2FA8AB7}" srcOrd="0" destOrd="0" presId="urn:microsoft.com/office/officeart/2005/8/layout/cycle6"/>
    <dgm:cxn modelId="{EC9F8BAA-A215-452C-A430-89AE9E937332}" type="presOf" srcId="{40C53009-A2B7-4DF5-811D-5A8A9AFC372E}" destId="{D52E4040-FF21-4F61-95B4-7F8AC57F46D0}" srcOrd="0" destOrd="0" presId="urn:microsoft.com/office/officeart/2005/8/layout/cycle6"/>
    <dgm:cxn modelId="{015E38B8-0E99-476F-A97D-7DCECBAF9893}" type="presOf" srcId="{A7219A52-5211-4163-86BD-DE107EA46273}" destId="{9EE8EC9E-8AF5-40CE-974E-660D15A0329A}" srcOrd="0" destOrd="0" presId="urn:microsoft.com/office/officeart/2005/8/layout/cycle6"/>
    <dgm:cxn modelId="{541473F3-8302-4CE6-8225-A25E6B54F13F}" type="presOf" srcId="{A1B67267-305C-4B37-8F69-29B20EA82D6E}" destId="{8899E64B-8F3C-4E71-8F51-08D81DD8ADE7}" srcOrd="0" destOrd="0" presId="urn:microsoft.com/office/officeart/2005/8/layout/cycle6"/>
    <dgm:cxn modelId="{E1203200-BB14-48CB-B197-D89199D2B17F}" type="presParOf" srcId="{8899E64B-8F3C-4E71-8F51-08D81DD8ADE7}" destId="{227C84CF-B8C5-4E2C-9958-10695DFCE820}" srcOrd="0" destOrd="0" presId="urn:microsoft.com/office/officeart/2005/8/layout/cycle6"/>
    <dgm:cxn modelId="{3007FAB9-C9AC-4C50-B16C-5FACF10FB73C}" type="presParOf" srcId="{8899E64B-8F3C-4E71-8F51-08D81DD8ADE7}" destId="{352F61BA-0BD6-4C96-9734-8FF137879DA2}" srcOrd="1" destOrd="0" presId="urn:microsoft.com/office/officeart/2005/8/layout/cycle6"/>
    <dgm:cxn modelId="{D01D76E7-9936-41B8-8597-B4398FE36D0A}" type="presParOf" srcId="{8899E64B-8F3C-4E71-8F51-08D81DD8ADE7}" destId="{9EE8EC9E-8AF5-40CE-974E-660D15A0329A}" srcOrd="2" destOrd="0" presId="urn:microsoft.com/office/officeart/2005/8/layout/cycle6"/>
    <dgm:cxn modelId="{58518033-A0AB-4941-87AA-AE27A8CF91E6}" type="presParOf" srcId="{8899E64B-8F3C-4E71-8F51-08D81DD8ADE7}" destId="{05CD72A1-F957-4F99-86AB-0016A2FA8AB7}" srcOrd="3" destOrd="0" presId="urn:microsoft.com/office/officeart/2005/8/layout/cycle6"/>
    <dgm:cxn modelId="{3A2A03F5-0C51-475D-97C3-2C2BDCE80FE3}" type="presParOf" srcId="{8899E64B-8F3C-4E71-8F51-08D81DD8ADE7}" destId="{5CDDDB88-021A-4FAA-82C3-6837A32AB1C7}" srcOrd="4" destOrd="0" presId="urn:microsoft.com/office/officeart/2005/8/layout/cycle6"/>
    <dgm:cxn modelId="{D15C6EFA-C4B5-424F-B490-E70AACDCB2DF}" type="presParOf" srcId="{8899E64B-8F3C-4E71-8F51-08D81DD8ADE7}" destId="{8ADC9C17-4BFE-4944-A91C-D70738D05EAC}" srcOrd="5" destOrd="0" presId="urn:microsoft.com/office/officeart/2005/8/layout/cycle6"/>
    <dgm:cxn modelId="{9035A6CF-091F-4904-B7C8-AC8DFFB051BD}" type="presParOf" srcId="{8899E64B-8F3C-4E71-8F51-08D81DD8ADE7}" destId="{23775DCE-3448-4398-9D08-2C1F2135E742}" srcOrd="6" destOrd="0" presId="urn:microsoft.com/office/officeart/2005/8/layout/cycle6"/>
    <dgm:cxn modelId="{55B4AEBD-9301-4271-9016-C7E1E73C5090}" type="presParOf" srcId="{8899E64B-8F3C-4E71-8F51-08D81DD8ADE7}" destId="{43598064-10BA-43F3-BBCB-135CCCB37466}" srcOrd="7" destOrd="0" presId="urn:microsoft.com/office/officeart/2005/8/layout/cycle6"/>
    <dgm:cxn modelId="{34127C81-D332-4C65-AE1D-5573A991D0D9}" type="presParOf" srcId="{8899E64B-8F3C-4E71-8F51-08D81DD8ADE7}" destId="{D52E4040-FF21-4F61-95B4-7F8AC57F46D0}" srcOrd="8" destOrd="0" presId="urn:microsoft.com/office/officeart/2005/8/layout/cycle6"/>
    <dgm:cxn modelId="{3ED20D00-85A6-4D43-ACB5-D96FA048438F}" type="presParOf" srcId="{8899E64B-8F3C-4E71-8F51-08D81DD8ADE7}" destId="{BE951BD1-79CB-4E62-BDE5-4BB33409D1B3}" srcOrd="9" destOrd="0" presId="urn:microsoft.com/office/officeart/2005/8/layout/cycle6"/>
    <dgm:cxn modelId="{B9B07C5A-401A-40C2-B999-760091968CCB}" type="presParOf" srcId="{8899E64B-8F3C-4E71-8F51-08D81DD8ADE7}" destId="{22415CE9-9604-4BDC-9E31-B6EE1DC88B3C}" srcOrd="10" destOrd="0" presId="urn:microsoft.com/office/officeart/2005/8/layout/cycle6"/>
    <dgm:cxn modelId="{CC6972F6-6423-487A-8051-FAF675901D86}" type="presParOf" srcId="{8899E64B-8F3C-4E71-8F51-08D81DD8ADE7}" destId="{07E45B81-1868-45F2-A42A-9DFDA0C3E326}" srcOrd="11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80F816E9-801C-4599-956D-85843576BD66}" type="doc">
      <dgm:prSet loTypeId="urn:microsoft.com/office/officeart/2005/8/layout/venn3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404E0BE3-6CCB-4F4F-B7AF-BEC351C5769B}">
      <dgm:prSet/>
      <dgm:spPr/>
      <dgm:t>
        <a:bodyPr/>
        <a:lstStyle/>
        <a:p>
          <a:pPr rtl="0"/>
          <a:r>
            <a:rPr lang="es-PE" b="1" dirty="0"/>
            <a:t>Automatizar el proceso de rendición de cuentas.</a:t>
          </a:r>
          <a:endParaRPr lang="es-ES" dirty="0"/>
        </a:p>
      </dgm:t>
    </dgm:pt>
    <dgm:pt modelId="{1FDCFEF8-1C20-4E9C-BDB4-9811B80A35A1}" type="parTrans" cxnId="{C313AC34-8D2D-403D-A2AE-3BB2B86D4ADA}">
      <dgm:prSet/>
      <dgm:spPr/>
      <dgm:t>
        <a:bodyPr/>
        <a:lstStyle/>
        <a:p>
          <a:endParaRPr lang="es-PE"/>
        </a:p>
      </dgm:t>
    </dgm:pt>
    <dgm:pt modelId="{020F2D40-1C9B-42A0-8A24-50BB279A4A0A}" type="sibTrans" cxnId="{C313AC34-8D2D-403D-A2AE-3BB2B86D4ADA}">
      <dgm:prSet/>
      <dgm:spPr/>
      <dgm:t>
        <a:bodyPr/>
        <a:lstStyle/>
        <a:p>
          <a:endParaRPr lang="es-PE"/>
        </a:p>
      </dgm:t>
    </dgm:pt>
    <dgm:pt modelId="{4B8CB5C2-294E-4596-BBF2-C3D01AEE421F}">
      <dgm:prSet/>
      <dgm:spPr/>
      <dgm:t>
        <a:bodyPr/>
        <a:lstStyle/>
        <a:p>
          <a:pPr rtl="0"/>
          <a:r>
            <a:rPr lang="es-PE" b="1"/>
            <a:t>Reducir errores y reprocesos.</a:t>
          </a:r>
          <a:endParaRPr lang="es-ES"/>
        </a:p>
      </dgm:t>
    </dgm:pt>
    <dgm:pt modelId="{DB721C4D-81FD-498F-838F-BC64BCB9EE0A}" type="parTrans" cxnId="{13ACC629-80D8-4BFB-BCAB-7D6D292946E2}">
      <dgm:prSet/>
      <dgm:spPr/>
      <dgm:t>
        <a:bodyPr/>
        <a:lstStyle/>
        <a:p>
          <a:endParaRPr lang="es-PE"/>
        </a:p>
      </dgm:t>
    </dgm:pt>
    <dgm:pt modelId="{9A9BE690-1D6C-4E34-A374-05AFFF84116A}" type="sibTrans" cxnId="{13ACC629-80D8-4BFB-BCAB-7D6D292946E2}">
      <dgm:prSet/>
      <dgm:spPr/>
      <dgm:t>
        <a:bodyPr/>
        <a:lstStyle/>
        <a:p>
          <a:endParaRPr lang="es-PE"/>
        </a:p>
      </dgm:t>
    </dgm:pt>
    <dgm:pt modelId="{4EB45970-B6FD-41A8-A9AA-665D8F641135}">
      <dgm:prSet/>
      <dgm:spPr/>
      <dgm:t>
        <a:bodyPr/>
        <a:lstStyle/>
        <a:p>
          <a:pPr rtl="0"/>
          <a:r>
            <a:rPr lang="es-PE" b="1"/>
            <a:t>Agilizar el trabajo del personal operativo y administrativo.</a:t>
          </a:r>
          <a:endParaRPr lang="es-ES"/>
        </a:p>
      </dgm:t>
    </dgm:pt>
    <dgm:pt modelId="{EB557C63-2A8C-4CA2-B3A1-9825E1561921}" type="parTrans" cxnId="{EE5580A8-283E-4803-9EC5-197D5C60D9DD}">
      <dgm:prSet/>
      <dgm:spPr/>
      <dgm:t>
        <a:bodyPr/>
        <a:lstStyle/>
        <a:p>
          <a:endParaRPr lang="es-PE"/>
        </a:p>
      </dgm:t>
    </dgm:pt>
    <dgm:pt modelId="{32EA123A-FD9C-4816-926F-54EA15111AED}" type="sibTrans" cxnId="{EE5580A8-283E-4803-9EC5-197D5C60D9DD}">
      <dgm:prSet/>
      <dgm:spPr/>
      <dgm:t>
        <a:bodyPr/>
        <a:lstStyle/>
        <a:p>
          <a:endParaRPr lang="es-PE"/>
        </a:p>
      </dgm:t>
    </dgm:pt>
    <dgm:pt modelId="{169C4CB7-9C51-468A-9612-6E3AD6A6AE4B}" type="pres">
      <dgm:prSet presAssocID="{80F816E9-801C-4599-956D-85843576BD66}" presName="Name0" presStyleCnt="0">
        <dgm:presLayoutVars>
          <dgm:dir/>
          <dgm:resizeHandles val="exact"/>
        </dgm:presLayoutVars>
      </dgm:prSet>
      <dgm:spPr/>
    </dgm:pt>
    <dgm:pt modelId="{C7537248-25DC-49D9-919F-8281A44BBF89}" type="pres">
      <dgm:prSet presAssocID="{404E0BE3-6CCB-4F4F-B7AF-BEC351C5769B}" presName="Name5" presStyleLbl="vennNode1" presStyleIdx="0" presStyleCnt="3">
        <dgm:presLayoutVars>
          <dgm:bulletEnabled val="1"/>
        </dgm:presLayoutVars>
      </dgm:prSet>
      <dgm:spPr/>
    </dgm:pt>
    <dgm:pt modelId="{F7B5B818-2B61-4274-BC8B-F5F9D9863339}" type="pres">
      <dgm:prSet presAssocID="{020F2D40-1C9B-42A0-8A24-50BB279A4A0A}" presName="space" presStyleCnt="0"/>
      <dgm:spPr/>
    </dgm:pt>
    <dgm:pt modelId="{FE2324A5-9030-4BAA-B8EA-EBE745038DAC}" type="pres">
      <dgm:prSet presAssocID="{4B8CB5C2-294E-4596-BBF2-C3D01AEE421F}" presName="Name5" presStyleLbl="vennNode1" presStyleIdx="1" presStyleCnt="3">
        <dgm:presLayoutVars>
          <dgm:bulletEnabled val="1"/>
        </dgm:presLayoutVars>
      </dgm:prSet>
      <dgm:spPr/>
    </dgm:pt>
    <dgm:pt modelId="{778CC752-4DED-4157-8144-3A0C290C949D}" type="pres">
      <dgm:prSet presAssocID="{9A9BE690-1D6C-4E34-A374-05AFFF84116A}" presName="space" presStyleCnt="0"/>
      <dgm:spPr/>
    </dgm:pt>
    <dgm:pt modelId="{1D67B298-B9C0-4613-B025-1C7C8C55DB73}" type="pres">
      <dgm:prSet presAssocID="{4EB45970-B6FD-41A8-A9AA-665D8F641135}" presName="Name5" presStyleLbl="vennNode1" presStyleIdx="2" presStyleCnt="3">
        <dgm:presLayoutVars>
          <dgm:bulletEnabled val="1"/>
        </dgm:presLayoutVars>
      </dgm:prSet>
      <dgm:spPr/>
    </dgm:pt>
  </dgm:ptLst>
  <dgm:cxnLst>
    <dgm:cxn modelId="{2822F80E-CE2A-43D4-88B5-F7C7E2432C38}" type="presOf" srcId="{4B8CB5C2-294E-4596-BBF2-C3D01AEE421F}" destId="{FE2324A5-9030-4BAA-B8EA-EBE745038DAC}" srcOrd="0" destOrd="0" presId="urn:microsoft.com/office/officeart/2005/8/layout/venn3"/>
    <dgm:cxn modelId="{8C299C22-A8C0-410A-A1B0-BB1F75BC1FFA}" type="presOf" srcId="{4EB45970-B6FD-41A8-A9AA-665D8F641135}" destId="{1D67B298-B9C0-4613-B025-1C7C8C55DB73}" srcOrd="0" destOrd="0" presId="urn:microsoft.com/office/officeart/2005/8/layout/venn3"/>
    <dgm:cxn modelId="{13ACC629-80D8-4BFB-BCAB-7D6D292946E2}" srcId="{80F816E9-801C-4599-956D-85843576BD66}" destId="{4B8CB5C2-294E-4596-BBF2-C3D01AEE421F}" srcOrd="1" destOrd="0" parTransId="{DB721C4D-81FD-498F-838F-BC64BCB9EE0A}" sibTransId="{9A9BE690-1D6C-4E34-A374-05AFFF84116A}"/>
    <dgm:cxn modelId="{C313AC34-8D2D-403D-A2AE-3BB2B86D4ADA}" srcId="{80F816E9-801C-4599-956D-85843576BD66}" destId="{404E0BE3-6CCB-4F4F-B7AF-BEC351C5769B}" srcOrd="0" destOrd="0" parTransId="{1FDCFEF8-1C20-4E9C-BDB4-9811B80A35A1}" sibTransId="{020F2D40-1C9B-42A0-8A24-50BB279A4A0A}"/>
    <dgm:cxn modelId="{5CAB8D42-4097-46EC-896D-EB732658EB91}" type="presOf" srcId="{404E0BE3-6CCB-4F4F-B7AF-BEC351C5769B}" destId="{C7537248-25DC-49D9-919F-8281A44BBF89}" srcOrd="0" destOrd="0" presId="urn:microsoft.com/office/officeart/2005/8/layout/venn3"/>
    <dgm:cxn modelId="{EE5580A8-283E-4803-9EC5-197D5C60D9DD}" srcId="{80F816E9-801C-4599-956D-85843576BD66}" destId="{4EB45970-B6FD-41A8-A9AA-665D8F641135}" srcOrd="2" destOrd="0" parTransId="{EB557C63-2A8C-4CA2-B3A1-9825E1561921}" sibTransId="{32EA123A-FD9C-4816-926F-54EA15111AED}"/>
    <dgm:cxn modelId="{7E01ABB0-16BE-46B0-89C4-A294459EB6E6}" type="presOf" srcId="{80F816E9-801C-4599-956D-85843576BD66}" destId="{169C4CB7-9C51-468A-9612-6E3AD6A6AE4B}" srcOrd="0" destOrd="0" presId="urn:microsoft.com/office/officeart/2005/8/layout/venn3"/>
    <dgm:cxn modelId="{AFB3E72B-837E-4274-B88C-9A12BB4B2145}" type="presParOf" srcId="{169C4CB7-9C51-468A-9612-6E3AD6A6AE4B}" destId="{C7537248-25DC-49D9-919F-8281A44BBF89}" srcOrd="0" destOrd="0" presId="urn:microsoft.com/office/officeart/2005/8/layout/venn3"/>
    <dgm:cxn modelId="{702D47AA-D76B-4F4D-A949-973D9A57D112}" type="presParOf" srcId="{169C4CB7-9C51-468A-9612-6E3AD6A6AE4B}" destId="{F7B5B818-2B61-4274-BC8B-F5F9D9863339}" srcOrd="1" destOrd="0" presId="urn:microsoft.com/office/officeart/2005/8/layout/venn3"/>
    <dgm:cxn modelId="{4F992530-F583-47B1-BEB1-B62C0E972E00}" type="presParOf" srcId="{169C4CB7-9C51-468A-9612-6E3AD6A6AE4B}" destId="{FE2324A5-9030-4BAA-B8EA-EBE745038DAC}" srcOrd="2" destOrd="0" presId="urn:microsoft.com/office/officeart/2005/8/layout/venn3"/>
    <dgm:cxn modelId="{01B3D853-9964-4CCD-A712-17B4723578BC}" type="presParOf" srcId="{169C4CB7-9C51-468A-9612-6E3AD6A6AE4B}" destId="{778CC752-4DED-4157-8144-3A0C290C949D}" srcOrd="3" destOrd="0" presId="urn:microsoft.com/office/officeart/2005/8/layout/venn3"/>
    <dgm:cxn modelId="{8DEED3BE-5794-4324-8912-BC04228E2AB5}" type="presParOf" srcId="{169C4CB7-9C51-468A-9612-6E3AD6A6AE4B}" destId="{1D67B298-B9C0-4613-B025-1C7C8C55DB73}" srcOrd="4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F4627AD6-BB3F-4355-A91A-918CC9C3459B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2557A817-B462-4CBD-82CF-AE773AADB94D}">
      <dgm:prSet/>
      <dgm:spPr/>
      <dgm:t>
        <a:bodyPr/>
        <a:lstStyle/>
        <a:p>
          <a:pPr rtl="0"/>
          <a:r>
            <a:rPr lang="es-419" b="1" dirty="0"/>
            <a:t>La automatización del proceso de rendición de cuentas permitirá reducir errores generados por el registro manual</a:t>
          </a:r>
          <a:endParaRPr lang="es-ES" b="1" dirty="0"/>
        </a:p>
      </dgm:t>
    </dgm:pt>
    <dgm:pt modelId="{EE07477C-243B-4A36-858D-8003396551FE}" type="parTrans" cxnId="{0EA14CB4-C4A5-4834-8E88-D07A0756565C}">
      <dgm:prSet/>
      <dgm:spPr/>
      <dgm:t>
        <a:bodyPr/>
        <a:lstStyle/>
        <a:p>
          <a:endParaRPr lang="es-PE" b="1"/>
        </a:p>
      </dgm:t>
    </dgm:pt>
    <dgm:pt modelId="{AC85B066-AA5A-4F8A-83E3-0DDA1443786C}" type="sibTrans" cxnId="{0EA14CB4-C4A5-4834-8E88-D07A0756565C}">
      <dgm:prSet/>
      <dgm:spPr/>
      <dgm:t>
        <a:bodyPr/>
        <a:lstStyle/>
        <a:p>
          <a:endParaRPr lang="es-PE" b="1"/>
        </a:p>
      </dgm:t>
    </dgm:pt>
    <dgm:pt modelId="{2DCA5AA4-03C6-4BD7-A937-5FD69A0255D3}">
      <dgm:prSet/>
      <dgm:spPr/>
      <dgm:t>
        <a:bodyPr/>
        <a:lstStyle/>
        <a:p>
          <a:pPr rtl="0"/>
          <a:r>
            <a:rPr lang="es-419" b="1"/>
            <a:t>El sistema web disminuirá los reprocesos y las observaciones posteriores</a:t>
          </a:r>
          <a:endParaRPr lang="es-ES" b="1"/>
        </a:p>
      </dgm:t>
    </dgm:pt>
    <dgm:pt modelId="{D0ADE72E-4CEC-4028-975C-0C7321D49185}" type="parTrans" cxnId="{BBEFF990-6450-4D0F-8F77-12B3B2DC0BBA}">
      <dgm:prSet/>
      <dgm:spPr/>
      <dgm:t>
        <a:bodyPr/>
        <a:lstStyle/>
        <a:p>
          <a:endParaRPr lang="es-PE" b="1"/>
        </a:p>
      </dgm:t>
    </dgm:pt>
    <dgm:pt modelId="{F68FB6E2-8AC6-4E47-A063-D3AE4E372D89}" type="sibTrans" cxnId="{BBEFF990-6450-4D0F-8F77-12B3B2DC0BBA}">
      <dgm:prSet/>
      <dgm:spPr/>
      <dgm:t>
        <a:bodyPr/>
        <a:lstStyle/>
        <a:p>
          <a:endParaRPr lang="es-PE" b="1"/>
        </a:p>
      </dgm:t>
    </dgm:pt>
    <dgm:pt modelId="{5743E348-6174-4239-AC96-4EDFBC27A1E7}">
      <dgm:prSet/>
      <dgm:spPr/>
      <dgm:t>
        <a:bodyPr/>
        <a:lstStyle/>
        <a:p>
          <a:pPr rtl="0"/>
          <a:r>
            <a:rPr lang="es-419" b="1"/>
            <a:t>La solución optimizará el tiempo y esfuerzo del personal operativo y administrativo</a:t>
          </a:r>
          <a:endParaRPr lang="es-ES" b="1"/>
        </a:p>
      </dgm:t>
    </dgm:pt>
    <dgm:pt modelId="{BE2A553A-7001-48BC-A24D-FA5A35C5B1E4}" type="parTrans" cxnId="{70D3D5E3-21D1-4260-9941-8F79F6BE0295}">
      <dgm:prSet/>
      <dgm:spPr/>
      <dgm:t>
        <a:bodyPr/>
        <a:lstStyle/>
        <a:p>
          <a:endParaRPr lang="es-PE" b="1"/>
        </a:p>
      </dgm:t>
    </dgm:pt>
    <dgm:pt modelId="{7C151BD1-B12B-45C8-8883-5B89980AF5E2}" type="sibTrans" cxnId="{70D3D5E3-21D1-4260-9941-8F79F6BE0295}">
      <dgm:prSet/>
      <dgm:spPr/>
      <dgm:t>
        <a:bodyPr/>
        <a:lstStyle/>
        <a:p>
          <a:endParaRPr lang="es-PE" b="1"/>
        </a:p>
      </dgm:t>
    </dgm:pt>
    <dgm:pt modelId="{99752D87-CBDC-42B8-A93F-B99D4AC47026}">
      <dgm:prSet/>
      <dgm:spPr/>
      <dgm:t>
        <a:bodyPr/>
        <a:lstStyle/>
        <a:p>
          <a:pPr rtl="0"/>
          <a:r>
            <a:rPr lang="es-419" b="1"/>
            <a:t>La implementación del sistema contribuirá a una gestión más eficiente y confiable de los recursos del INEI. </a:t>
          </a:r>
          <a:endParaRPr lang="es-ES" b="1"/>
        </a:p>
      </dgm:t>
    </dgm:pt>
    <dgm:pt modelId="{8CEAE2FA-C398-4CAC-A2E7-E0560174AB7A}" type="parTrans" cxnId="{13E69C06-DC34-454E-915D-263FACA128C8}">
      <dgm:prSet/>
      <dgm:spPr/>
      <dgm:t>
        <a:bodyPr/>
        <a:lstStyle/>
        <a:p>
          <a:endParaRPr lang="es-PE" b="1"/>
        </a:p>
      </dgm:t>
    </dgm:pt>
    <dgm:pt modelId="{B36E39F6-211B-4680-BDBD-F723ADED0070}" type="sibTrans" cxnId="{13E69C06-DC34-454E-915D-263FACA128C8}">
      <dgm:prSet/>
      <dgm:spPr/>
      <dgm:t>
        <a:bodyPr/>
        <a:lstStyle/>
        <a:p>
          <a:endParaRPr lang="es-PE" b="1"/>
        </a:p>
      </dgm:t>
    </dgm:pt>
    <dgm:pt modelId="{22A1F93C-57C5-4806-81CB-8C8599C20982}" type="pres">
      <dgm:prSet presAssocID="{F4627AD6-BB3F-4355-A91A-918CC9C3459B}" presName="Name0" presStyleCnt="0">
        <dgm:presLayoutVars>
          <dgm:chMax val="7"/>
          <dgm:chPref val="7"/>
          <dgm:dir/>
        </dgm:presLayoutVars>
      </dgm:prSet>
      <dgm:spPr/>
    </dgm:pt>
    <dgm:pt modelId="{BC5EBEB5-D111-446D-94C1-8D91F1578F7B}" type="pres">
      <dgm:prSet presAssocID="{F4627AD6-BB3F-4355-A91A-918CC9C3459B}" presName="Name1" presStyleCnt="0"/>
      <dgm:spPr/>
    </dgm:pt>
    <dgm:pt modelId="{B27DA905-AA52-4395-BE91-4DB7EB31B017}" type="pres">
      <dgm:prSet presAssocID="{F4627AD6-BB3F-4355-A91A-918CC9C3459B}" presName="cycle" presStyleCnt="0"/>
      <dgm:spPr/>
    </dgm:pt>
    <dgm:pt modelId="{0CCA856B-A245-48DA-9B37-AA63464963B8}" type="pres">
      <dgm:prSet presAssocID="{F4627AD6-BB3F-4355-A91A-918CC9C3459B}" presName="srcNode" presStyleLbl="node1" presStyleIdx="0" presStyleCnt="4"/>
      <dgm:spPr/>
    </dgm:pt>
    <dgm:pt modelId="{FA29E688-2336-4FFD-BFB0-7E5743E695D0}" type="pres">
      <dgm:prSet presAssocID="{F4627AD6-BB3F-4355-A91A-918CC9C3459B}" presName="conn" presStyleLbl="parChTrans1D2" presStyleIdx="0" presStyleCnt="1"/>
      <dgm:spPr/>
    </dgm:pt>
    <dgm:pt modelId="{6A651CDE-92A2-4064-A332-6D909768FA57}" type="pres">
      <dgm:prSet presAssocID="{F4627AD6-BB3F-4355-A91A-918CC9C3459B}" presName="extraNode" presStyleLbl="node1" presStyleIdx="0" presStyleCnt="4"/>
      <dgm:spPr/>
    </dgm:pt>
    <dgm:pt modelId="{C2E840BB-8AD8-401F-961C-FA0823F94D85}" type="pres">
      <dgm:prSet presAssocID="{F4627AD6-BB3F-4355-A91A-918CC9C3459B}" presName="dstNode" presStyleLbl="node1" presStyleIdx="0" presStyleCnt="4"/>
      <dgm:spPr/>
    </dgm:pt>
    <dgm:pt modelId="{AA923884-058B-42AE-BEB3-9C52C6F5A799}" type="pres">
      <dgm:prSet presAssocID="{2557A817-B462-4CBD-82CF-AE773AADB94D}" presName="text_1" presStyleLbl="node1" presStyleIdx="0" presStyleCnt="4">
        <dgm:presLayoutVars>
          <dgm:bulletEnabled val="1"/>
        </dgm:presLayoutVars>
      </dgm:prSet>
      <dgm:spPr/>
    </dgm:pt>
    <dgm:pt modelId="{421A7CEB-02F4-48F7-94BA-24447097E113}" type="pres">
      <dgm:prSet presAssocID="{2557A817-B462-4CBD-82CF-AE773AADB94D}" presName="accent_1" presStyleCnt="0"/>
      <dgm:spPr/>
    </dgm:pt>
    <dgm:pt modelId="{1CF5D550-C115-4D1B-9C95-3FEC68AE6643}" type="pres">
      <dgm:prSet presAssocID="{2557A817-B462-4CBD-82CF-AE773AADB94D}" presName="accentRepeatNode" presStyleLbl="solidFgAcc1" presStyleIdx="0" presStyleCnt="4"/>
      <dgm:spPr/>
    </dgm:pt>
    <dgm:pt modelId="{36ED432A-CB26-4B50-B84F-D879292FD229}" type="pres">
      <dgm:prSet presAssocID="{2DCA5AA4-03C6-4BD7-A937-5FD69A0255D3}" presName="text_2" presStyleLbl="node1" presStyleIdx="1" presStyleCnt="4">
        <dgm:presLayoutVars>
          <dgm:bulletEnabled val="1"/>
        </dgm:presLayoutVars>
      </dgm:prSet>
      <dgm:spPr/>
    </dgm:pt>
    <dgm:pt modelId="{A3DD8A4A-EE45-4E35-91F0-6D06C2AEF360}" type="pres">
      <dgm:prSet presAssocID="{2DCA5AA4-03C6-4BD7-A937-5FD69A0255D3}" presName="accent_2" presStyleCnt="0"/>
      <dgm:spPr/>
    </dgm:pt>
    <dgm:pt modelId="{F3662186-8A65-4C29-8C06-2A5D1F9D713B}" type="pres">
      <dgm:prSet presAssocID="{2DCA5AA4-03C6-4BD7-A937-5FD69A0255D3}" presName="accentRepeatNode" presStyleLbl="solidFgAcc1" presStyleIdx="1" presStyleCnt="4"/>
      <dgm:spPr/>
    </dgm:pt>
    <dgm:pt modelId="{8498B516-2800-49BF-9FE3-29E0FEA9783F}" type="pres">
      <dgm:prSet presAssocID="{5743E348-6174-4239-AC96-4EDFBC27A1E7}" presName="text_3" presStyleLbl="node1" presStyleIdx="2" presStyleCnt="4">
        <dgm:presLayoutVars>
          <dgm:bulletEnabled val="1"/>
        </dgm:presLayoutVars>
      </dgm:prSet>
      <dgm:spPr/>
    </dgm:pt>
    <dgm:pt modelId="{1FAE2218-3EC0-4E77-A413-8DCB7C372A30}" type="pres">
      <dgm:prSet presAssocID="{5743E348-6174-4239-AC96-4EDFBC27A1E7}" presName="accent_3" presStyleCnt="0"/>
      <dgm:spPr/>
    </dgm:pt>
    <dgm:pt modelId="{6DD1E862-86F7-45D6-A8F0-39710F2C0DB3}" type="pres">
      <dgm:prSet presAssocID="{5743E348-6174-4239-AC96-4EDFBC27A1E7}" presName="accentRepeatNode" presStyleLbl="solidFgAcc1" presStyleIdx="2" presStyleCnt="4"/>
      <dgm:spPr/>
    </dgm:pt>
    <dgm:pt modelId="{D98F0FEC-2597-4B3E-8A41-3271CB6275B4}" type="pres">
      <dgm:prSet presAssocID="{99752D87-CBDC-42B8-A93F-B99D4AC47026}" presName="text_4" presStyleLbl="node1" presStyleIdx="3" presStyleCnt="4">
        <dgm:presLayoutVars>
          <dgm:bulletEnabled val="1"/>
        </dgm:presLayoutVars>
      </dgm:prSet>
      <dgm:spPr/>
    </dgm:pt>
    <dgm:pt modelId="{0328EA3A-88BA-4274-B96D-E43CABD05516}" type="pres">
      <dgm:prSet presAssocID="{99752D87-CBDC-42B8-A93F-B99D4AC47026}" presName="accent_4" presStyleCnt="0"/>
      <dgm:spPr/>
    </dgm:pt>
    <dgm:pt modelId="{C682DA83-B061-4486-B950-F4D17F9CFDAE}" type="pres">
      <dgm:prSet presAssocID="{99752D87-CBDC-42B8-A93F-B99D4AC47026}" presName="accentRepeatNode" presStyleLbl="solidFgAcc1" presStyleIdx="3" presStyleCnt="4"/>
      <dgm:spPr/>
    </dgm:pt>
  </dgm:ptLst>
  <dgm:cxnLst>
    <dgm:cxn modelId="{13E69C06-DC34-454E-915D-263FACA128C8}" srcId="{F4627AD6-BB3F-4355-A91A-918CC9C3459B}" destId="{99752D87-CBDC-42B8-A93F-B99D4AC47026}" srcOrd="3" destOrd="0" parTransId="{8CEAE2FA-C398-4CAC-A2E7-E0560174AB7A}" sibTransId="{B36E39F6-211B-4680-BDBD-F723ADED0070}"/>
    <dgm:cxn modelId="{5B116517-629F-4A56-8167-A1FB848AD253}" type="presOf" srcId="{2DCA5AA4-03C6-4BD7-A937-5FD69A0255D3}" destId="{36ED432A-CB26-4B50-B84F-D879292FD229}" srcOrd="0" destOrd="0" presId="urn:microsoft.com/office/officeart/2008/layout/VerticalCurvedList"/>
    <dgm:cxn modelId="{CCCE8040-836F-46D6-80B8-897A08360E19}" type="presOf" srcId="{99752D87-CBDC-42B8-A93F-B99D4AC47026}" destId="{D98F0FEC-2597-4B3E-8A41-3271CB6275B4}" srcOrd="0" destOrd="0" presId="urn:microsoft.com/office/officeart/2008/layout/VerticalCurvedList"/>
    <dgm:cxn modelId="{D1C2D445-C36E-4EED-A21A-33A8819979FE}" type="presOf" srcId="{2557A817-B462-4CBD-82CF-AE773AADB94D}" destId="{AA923884-058B-42AE-BEB3-9C52C6F5A799}" srcOrd="0" destOrd="0" presId="urn:microsoft.com/office/officeart/2008/layout/VerticalCurvedList"/>
    <dgm:cxn modelId="{843EAD7D-E5C8-48E4-986B-9C98F6BBC325}" type="presOf" srcId="{5743E348-6174-4239-AC96-4EDFBC27A1E7}" destId="{8498B516-2800-49BF-9FE3-29E0FEA9783F}" srcOrd="0" destOrd="0" presId="urn:microsoft.com/office/officeart/2008/layout/VerticalCurvedList"/>
    <dgm:cxn modelId="{BBEFF990-6450-4D0F-8F77-12B3B2DC0BBA}" srcId="{F4627AD6-BB3F-4355-A91A-918CC9C3459B}" destId="{2DCA5AA4-03C6-4BD7-A937-5FD69A0255D3}" srcOrd="1" destOrd="0" parTransId="{D0ADE72E-4CEC-4028-975C-0C7321D49185}" sibTransId="{F68FB6E2-8AC6-4E47-A063-D3AE4E372D89}"/>
    <dgm:cxn modelId="{0EA14CB4-C4A5-4834-8E88-D07A0756565C}" srcId="{F4627AD6-BB3F-4355-A91A-918CC9C3459B}" destId="{2557A817-B462-4CBD-82CF-AE773AADB94D}" srcOrd="0" destOrd="0" parTransId="{EE07477C-243B-4A36-858D-8003396551FE}" sibTransId="{AC85B066-AA5A-4F8A-83E3-0DDA1443786C}"/>
    <dgm:cxn modelId="{754DA1CC-8650-4D7E-80D0-3BF2ABD40734}" type="presOf" srcId="{AC85B066-AA5A-4F8A-83E3-0DDA1443786C}" destId="{FA29E688-2336-4FFD-BFB0-7E5743E695D0}" srcOrd="0" destOrd="0" presId="urn:microsoft.com/office/officeart/2008/layout/VerticalCurvedList"/>
    <dgm:cxn modelId="{70D3D5E3-21D1-4260-9941-8F79F6BE0295}" srcId="{F4627AD6-BB3F-4355-A91A-918CC9C3459B}" destId="{5743E348-6174-4239-AC96-4EDFBC27A1E7}" srcOrd="2" destOrd="0" parTransId="{BE2A553A-7001-48BC-A24D-FA5A35C5B1E4}" sibTransId="{7C151BD1-B12B-45C8-8883-5B89980AF5E2}"/>
    <dgm:cxn modelId="{02AEF0F7-6806-4B22-8B5C-E1D2FBBCF6E7}" type="presOf" srcId="{F4627AD6-BB3F-4355-A91A-918CC9C3459B}" destId="{22A1F93C-57C5-4806-81CB-8C8599C20982}" srcOrd="0" destOrd="0" presId="urn:microsoft.com/office/officeart/2008/layout/VerticalCurvedList"/>
    <dgm:cxn modelId="{0EE8DA81-1EBC-4E61-93C5-A5B9A641937D}" type="presParOf" srcId="{22A1F93C-57C5-4806-81CB-8C8599C20982}" destId="{BC5EBEB5-D111-446D-94C1-8D91F1578F7B}" srcOrd="0" destOrd="0" presId="urn:microsoft.com/office/officeart/2008/layout/VerticalCurvedList"/>
    <dgm:cxn modelId="{0C2E0E4D-FCB1-4C2D-AD55-F715F75289E6}" type="presParOf" srcId="{BC5EBEB5-D111-446D-94C1-8D91F1578F7B}" destId="{B27DA905-AA52-4395-BE91-4DB7EB31B017}" srcOrd="0" destOrd="0" presId="urn:microsoft.com/office/officeart/2008/layout/VerticalCurvedList"/>
    <dgm:cxn modelId="{5825F815-50C1-47D2-B6A9-7A25AA150EE7}" type="presParOf" srcId="{B27DA905-AA52-4395-BE91-4DB7EB31B017}" destId="{0CCA856B-A245-48DA-9B37-AA63464963B8}" srcOrd="0" destOrd="0" presId="urn:microsoft.com/office/officeart/2008/layout/VerticalCurvedList"/>
    <dgm:cxn modelId="{32BF032F-F1C8-4878-AD7D-57D26CB0FBAD}" type="presParOf" srcId="{B27DA905-AA52-4395-BE91-4DB7EB31B017}" destId="{FA29E688-2336-4FFD-BFB0-7E5743E695D0}" srcOrd="1" destOrd="0" presId="urn:microsoft.com/office/officeart/2008/layout/VerticalCurvedList"/>
    <dgm:cxn modelId="{5BFAEB6B-CB4B-4745-8830-6FD3FE981D3B}" type="presParOf" srcId="{B27DA905-AA52-4395-BE91-4DB7EB31B017}" destId="{6A651CDE-92A2-4064-A332-6D909768FA57}" srcOrd="2" destOrd="0" presId="urn:microsoft.com/office/officeart/2008/layout/VerticalCurvedList"/>
    <dgm:cxn modelId="{1D048BBE-DFD3-40E3-8AE5-9B31F9F26692}" type="presParOf" srcId="{B27DA905-AA52-4395-BE91-4DB7EB31B017}" destId="{C2E840BB-8AD8-401F-961C-FA0823F94D85}" srcOrd="3" destOrd="0" presId="urn:microsoft.com/office/officeart/2008/layout/VerticalCurvedList"/>
    <dgm:cxn modelId="{2214CD4C-4FDA-4E0F-B824-7D789F085290}" type="presParOf" srcId="{BC5EBEB5-D111-446D-94C1-8D91F1578F7B}" destId="{AA923884-058B-42AE-BEB3-9C52C6F5A799}" srcOrd="1" destOrd="0" presId="urn:microsoft.com/office/officeart/2008/layout/VerticalCurvedList"/>
    <dgm:cxn modelId="{A0DECC77-B64D-45E4-A71B-26300A3BA841}" type="presParOf" srcId="{BC5EBEB5-D111-446D-94C1-8D91F1578F7B}" destId="{421A7CEB-02F4-48F7-94BA-24447097E113}" srcOrd="2" destOrd="0" presId="urn:microsoft.com/office/officeart/2008/layout/VerticalCurvedList"/>
    <dgm:cxn modelId="{2FE4E4F6-6B49-4A7A-97C9-BB4E848CB488}" type="presParOf" srcId="{421A7CEB-02F4-48F7-94BA-24447097E113}" destId="{1CF5D550-C115-4D1B-9C95-3FEC68AE6643}" srcOrd="0" destOrd="0" presId="urn:microsoft.com/office/officeart/2008/layout/VerticalCurvedList"/>
    <dgm:cxn modelId="{A35E1EA1-5469-423A-973E-64300D4F1E1A}" type="presParOf" srcId="{BC5EBEB5-D111-446D-94C1-8D91F1578F7B}" destId="{36ED432A-CB26-4B50-B84F-D879292FD229}" srcOrd="3" destOrd="0" presId="urn:microsoft.com/office/officeart/2008/layout/VerticalCurvedList"/>
    <dgm:cxn modelId="{BA20F501-8188-46FB-A9AD-3E2F62C5C397}" type="presParOf" srcId="{BC5EBEB5-D111-446D-94C1-8D91F1578F7B}" destId="{A3DD8A4A-EE45-4E35-91F0-6D06C2AEF360}" srcOrd="4" destOrd="0" presId="urn:microsoft.com/office/officeart/2008/layout/VerticalCurvedList"/>
    <dgm:cxn modelId="{BED148D1-359A-4EE7-A166-0BC1B830403C}" type="presParOf" srcId="{A3DD8A4A-EE45-4E35-91F0-6D06C2AEF360}" destId="{F3662186-8A65-4C29-8C06-2A5D1F9D713B}" srcOrd="0" destOrd="0" presId="urn:microsoft.com/office/officeart/2008/layout/VerticalCurvedList"/>
    <dgm:cxn modelId="{E0BD11E7-745F-4CE6-862E-3F4CA5001F57}" type="presParOf" srcId="{BC5EBEB5-D111-446D-94C1-8D91F1578F7B}" destId="{8498B516-2800-49BF-9FE3-29E0FEA9783F}" srcOrd="5" destOrd="0" presId="urn:microsoft.com/office/officeart/2008/layout/VerticalCurvedList"/>
    <dgm:cxn modelId="{1198C535-4814-4342-909E-1F4B1F663C8D}" type="presParOf" srcId="{BC5EBEB5-D111-446D-94C1-8D91F1578F7B}" destId="{1FAE2218-3EC0-4E77-A413-8DCB7C372A30}" srcOrd="6" destOrd="0" presId="urn:microsoft.com/office/officeart/2008/layout/VerticalCurvedList"/>
    <dgm:cxn modelId="{1D229AD6-7E40-40E2-8726-A82EE5A94D8A}" type="presParOf" srcId="{1FAE2218-3EC0-4E77-A413-8DCB7C372A30}" destId="{6DD1E862-86F7-45D6-A8F0-39710F2C0DB3}" srcOrd="0" destOrd="0" presId="urn:microsoft.com/office/officeart/2008/layout/VerticalCurvedList"/>
    <dgm:cxn modelId="{665707C5-C4B0-4871-A1F3-F505BB14C226}" type="presParOf" srcId="{BC5EBEB5-D111-446D-94C1-8D91F1578F7B}" destId="{D98F0FEC-2597-4B3E-8A41-3271CB6275B4}" srcOrd="7" destOrd="0" presId="urn:microsoft.com/office/officeart/2008/layout/VerticalCurvedList"/>
    <dgm:cxn modelId="{BF3EBFFB-AF76-4FE8-B2ED-D7E59D37CCB7}" type="presParOf" srcId="{BC5EBEB5-D111-446D-94C1-8D91F1578F7B}" destId="{0328EA3A-88BA-4274-B96D-E43CABD05516}" srcOrd="8" destOrd="0" presId="urn:microsoft.com/office/officeart/2008/layout/VerticalCurvedList"/>
    <dgm:cxn modelId="{4C3253EC-1763-4BCB-8807-5B359D5E6D73}" type="presParOf" srcId="{0328EA3A-88BA-4274-B96D-E43CABD05516}" destId="{C682DA83-B061-4486-B950-F4D17F9CFDA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EA33E6F0-514F-45A2-9570-E881DB361E57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3DA20C21-878B-4626-8B00-DAEDF10F9C22}">
      <dgm:prSet/>
      <dgm:spPr/>
      <dgm:t>
        <a:bodyPr/>
        <a:lstStyle/>
        <a:p>
          <a:pPr rtl="0"/>
          <a:r>
            <a:rPr lang="es-PE" b="1"/>
            <a:t>Capacitar adecuadamente a los usuarios antes de la puesta en producción del sistema.</a:t>
          </a:r>
          <a:endParaRPr lang="es-ES" b="1"/>
        </a:p>
      </dgm:t>
    </dgm:pt>
    <dgm:pt modelId="{69B89131-D1E4-4E14-913D-0A06EC4ADD71}" type="parTrans" cxnId="{514ECB8F-6283-47B2-89FE-D09CF2B0B0C1}">
      <dgm:prSet/>
      <dgm:spPr/>
      <dgm:t>
        <a:bodyPr/>
        <a:lstStyle/>
        <a:p>
          <a:endParaRPr lang="es-PE" b="1"/>
        </a:p>
      </dgm:t>
    </dgm:pt>
    <dgm:pt modelId="{EF2F3327-3E6B-4419-B8E3-58248553B7BE}" type="sibTrans" cxnId="{514ECB8F-6283-47B2-89FE-D09CF2B0B0C1}">
      <dgm:prSet/>
      <dgm:spPr/>
      <dgm:t>
        <a:bodyPr/>
        <a:lstStyle/>
        <a:p>
          <a:endParaRPr lang="es-PE" b="1"/>
        </a:p>
      </dgm:t>
    </dgm:pt>
    <dgm:pt modelId="{C6EE4EE1-A418-444F-A0CA-BCEEC0B76ACA}">
      <dgm:prSet/>
      <dgm:spPr/>
      <dgm:t>
        <a:bodyPr/>
        <a:lstStyle/>
        <a:p>
          <a:pPr rtl="0"/>
          <a:r>
            <a:rPr lang="es-PE" b="1"/>
            <a:t>Realizar pruebas exhaustivas para asegurar el correcto funcionamiento de las validaciones.</a:t>
          </a:r>
          <a:endParaRPr lang="es-ES" b="1"/>
        </a:p>
      </dgm:t>
    </dgm:pt>
    <dgm:pt modelId="{D713611B-818C-4CC6-BD2B-83B3493E5B5E}" type="parTrans" cxnId="{3182CBE5-E034-4543-954F-CDB62D49FB0E}">
      <dgm:prSet/>
      <dgm:spPr/>
      <dgm:t>
        <a:bodyPr/>
        <a:lstStyle/>
        <a:p>
          <a:endParaRPr lang="es-PE" b="1"/>
        </a:p>
      </dgm:t>
    </dgm:pt>
    <dgm:pt modelId="{33E9EAF7-86C6-4906-B9D1-76A69268C8E5}" type="sibTrans" cxnId="{3182CBE5-E034-4543-954F-CDB62D49FB0E}">
      <dgm:prSet/>
      <dgm:spPr/>
      <dgm:t>
        <a:bodyPr/>
        <a:lstStyle/>
        <a:p>
          <a:endParaRPr lang="es-PE" b="1"/>
        </a:p>
      </dgm:t>
    </dgm:pt>
    <dgm:pt modelId="{2822834E-64B6-415B-8781-7A413996A090}">
      <dgm:prSet/>
      <dgm:spPr/>
      <dgm:t>
        <a:bodyPr/>
        <a:lstStyle/>
        <a:p>
          <a:pPr rtl="0"/>
          <a:r>
            <a:rPr lang="es-PE" b="1"/>
            <a:t>Implementar el sistema de forma progresiva para facilitar la adaptación de los usuarios.</a:t>
          </a:r>
          <a:endParaRPr lang="es-ES" b="1"/>
        </a:p>
      </dgm:t>
    </dgm:pt>
    <dgm:pt modelId="{DA2272B8-C30F-4E9A-A74C-EA9AC159535C}" type="parTrans" cxnId="{4AF349A8-A7B3-4BA9-8C13-5D54A67B113F}">
      <dgm:prSet/>
      <dgm:spPr/>
      <dgm:t>
        <a:bodyPr/>
        <a:lstStyle/>
        <a:p>
          <a:endParaRPr lang="es-PE" b="1"/>
        </a:p>
      </dgm:t>
    </dgm:pt>
    <dgm:pt modelId="{238BBBB0-E9E3-4623-95FB-8C223AED92F4}" type="sibTrans" cxnId="{4AF349A8-A7B3-4BA9-8C13-5D54A67B113F}">
      <dgm:prSet/>
      <dgm:spPr/>
      <dgm:t>
        <a:bodyPr/>
        <a:lstStyle/>
        <a:p>
          <a:endParaRPr lang="es-PE" b="1"/>
        </a:p>
      </dgm:t>
    </dgm:pt>
    <dgm:pt modelId="{18D4BB10-B0EC-441F-9FCA-D276E0E50A5B}">
      <dgm:prSet/>
      <dgm:spPr/>
      <dgm:t>
        <a:bodyPr/>
        <a:lstStyle/>
        <a:p>
          <a:pPr rtl="0"/>
          <a:r>
            <a:rPr lang="es-PE" b="1" dirty="0"/>
            <a:t>Brindar soporte técnico durante las primeras etapas de uso.</a:t>
          </a:r>
          <a:endParaRPr lang="es-ES" b="1" dirty="0"/>
        </a:p>
      </dgm:t>
    </dgm:pt>
    <dgm:pt modelId="{B6B87F65-D831-4019-AE0C-87382E22F92F}" type="parTrans" cxnId="{2C6F7684-0735-44F9-976D-5BC19B4715CC}">
      <dgm:prSet/>
      <dgm:spPr/>
      <dgm:t>
        <a:bodyPr/>
        <a:lstStyle/>
        <a:p>
          <a:endParaRPr lang="es-PE" b="1"/>
        </a:p>
      </dgm:t>
    </dgm:pt>
    <dgm:pt modelId="{3978C191-3B3C-4CC8-8116-8F443F8B3568}" type="sibTrans" cxnId="{2C6F7684-0735-44F9-976D-5BC19B4715CC}">
      <dgm:prSet/>
      <dgm:spPr/>
      <dgm:t>
        <a:bodyPr/>
        <a:lstStyle/>
        <a:p>
          <a:endParaRPr lang="es-PE" b="1"/>
        </a:p>
      </dgm:t>
    </dgm:pt>
    <dgm:pt modelId="{648B8ED2-E34A-4D2B-AFAB-A0FC295FDB66}">
      <dgm:prSet/>
      <dgm:spPr/>
      <dgm:t>
        <a:bodyPr/>
        <a:lstStyle/>
        <a:p>
          <a:pPr rtl="0"/>
          <a:r>
            <a:rPr lang="es-PE" b="1"/>
            <a:t>Evaluar periódicamente el sistema para aplicar mejoras continuas</a:t>
          </a:r>
          <a:endParaRPr lang="es-ES" b="1"/>
        </a:p>
      </dgm:t>
    </dgm:pt>
    <dgm:pt modelId="{BBCEDF2B-4F89-4ED1-BDE1-EA8F7B1225F8}" type="parTrans" cxnId="{C9831E5B-9E08-42B8-A8B2-D03EECEDD078}">
      <dgm:prSet/>
      <dgm:spPr/>
      <dgm:t>
        <a:bodyPr/>
        <a:lstStyle/>
        <a:p>
          <a:endParaRPr lang="es-PE" b="1"/>
        </a:p>
      </dgm:t>
    </dgm:pt>
    <dgm:pt modelId="{1D7AC089-CE63-4387-A269-FDAF76471BFE}" type="sibTrans" cxnId="{C9831E5B-9E08-42B8-A8B2-D03EECEDD078}">
      <dgm:prSet/>
      <dgm:spPr/>
      <dgm:t>
        <a:bodyPr/>
        <a:lstStyle/>
        <a:p>
          <a:endParaRPr lang="es-PE" b="1"/>
        </a:p>
      </dgm:t>
    </dgm:pt>
    <dgm:pt modelId="{FD76DBCF-638D-4128-AC6F-303889CE744B}" type="pres">
      <dgm:prSet presAssocID="{EA33E6F0-514F-45A2-9570-E881DB361E57}" presName="Name0" presStyleCnt="0">
        <dgm:presLayoutVars>
          <dgm:chMax val="7"/>
          <dgm:chPref val="7"/>
          <dgm:dir/>
        </dgm:presLayoutVars>
      </dgm:prSet>
      <dgm:spPr/>
    </dgm:pt>
    <dgm:pt modelId="{3911E3E0-3217-474C-80A0-A6E9F9191567}" type="pres">
      <dgm:prSet presAssocID="{EA33E6F0-514F-45A2-9570-E881DB361E57}" presName="Name1" presStyleCnt="0"/>
      <dgm:spPr/>
    </dgm:pt>
    <dgm:pt modelId="{28C90F79-D59A-4907-B24A-27390517A748}" type="pres">
      <dgm:prSet presAssocID="{EA33E6F0-514F-45A2-9570-E881DB361E57}" presName="cycle" presStyleCnt="0"/>
      <dgm:spPr/>
    </dgm:pt>
    <dgm:pt modelId="{42EEAADC-7D3E-46E8-8B3A-2C468F73152E}" type="pres">
      <dgm:prSet presAssocID="{EA33E6F0-514F-45A2-9570-E881DB361E57}" presName="srcNode" presStyleLbl="node1" presStyleIdx="0" presStyleCnt="5"/>
      <dgm:spPr/>
    </dgm:pt>
    <dgm:pt modelId="{BF4A2391-A402-4C71-B890-26B4B0E83F9B}" type="pres">
      <dgm:prSet presAssocID="{EA33E6F0-514F-45A2-9570-E881DB361E57}" presName="conn" presStyleLbl="parChTrans1D2" presStyleIdx="0" presStyleCnt="1"/>
      <dgm:spPr/>
    </dgm:pt>
    <dgm:pt modelId="{FF584475-6CBD-45D3-ADA5-1B6DB0621811}" type="pres">
      <dgm:prSet presAssocID="{EA33E6F0-514F-45A2-9570-E881DB361E57}" presName="extraNode" presStyleLbl="node1" presStyleIdx="0" presStyleCnt="5"/>
      <dgm:spPr/>
    </dgm:pt>
    <dgm:pt modelId="{D9E309ED-013B-4D10-895E-AD23D3E59522}" type="pres">
      <dgm:prSet presAssocID="{EA33E6F0-514F-45A2-9570-E881DB361E57}" presName="dstNode" presStyleLbl="node1" presStyleIdx="0" presStyleCnt="5"/>
      <dgm:spPr/>
    </dgm:pt>
    <dgm:pt modelId="{B6D81950-6910-4435-91E4-F064AE2877D4}" type="pres">
      <dgm:prSet presAssocID="{3DA20C21-878B-4626-8B00-DAEDF10F9C22}" presName="text_1" presStyleLbl="node1" presStyleIdx="0" presStyleCnt="5">
        <dgm:presLayoutVars>
          <dgm:bulletEnabled val="1"/>
        </dgm:presLayoutVars>
      </dgm:prSet>
      <dgm:spPr/>
    </dgm:pt>
    <dgm:pt modelId="{7D9A981D-C6CF-4D2F-B39E-A63C183A6F45}" type="pres">
      <dgm:prSet presAssocID="{3DA20C21-878B-4626-8B00-DAEDF10F9C22}" presName="accent_1" presStyleCnt="0"/>
      <dgm:spPr/>
    </dgm:pt>
    <dgm:pt modelId="{FA2EE486-BE3F-4227-BA0D-592C99A76749}" type="pres">
      <dgm:prSet presAssocID="{3DA20C21-878B-4626-8B00-DAEDF10F9C22}" presName="accentRepeatNode" presStyleLbl="solidFgAcc1" presStyleIdx="0" presStyleCnt="5"/>
      <dgm:spPr/>
    </dgm:pt>
    <dgm:pt modelId="{AC2BBAFC-CFE4-4667-A629-8C47D9D08094}" type="pres">
      <dgm:prSet presAssocID="{C6EE4EE1-A418-444F-A0CA-BCEEC0B76ACA}" presName="text_2" presStyleLbl="node1" presStyleIdx="1" presStyleCnt="5">
        <dgm:presLayoutVars>
          <dgm:bulletEnabled val="1"/>
        </dgm:presLayoutVars>
      </dgm:prSet>
      <dgm:spPr/>
    </dgm:pt>
    <dgm:pt modelId="{7BE7F281-0A49-445B-8B1A-4B05F41B5DF2}" type="pres">
      <dgm:prSet presAssocID="{C6EE4EE1-A418-444F-A0CA-BCEEC0B76ACA}" presName="accent_2" presStyleCnt="0"/>
      <dgm:spPr/>
    </dgm:pt>
    <dgm:pt modelId="{4CE874DF-2055-493A-987C-E7B9D15C1039}" type="pres">
      <dgm:prSet presAssocID="{C6EE4EE1-A418-444F-A0CA-BCEEC0B76ACA}" presName="accentRepeatNode" presStyleLbl="solidFgAcc1" presStyleIdx="1" presStyleCnt="5"/>
      <dgm:spPr/>
    </dgm:pt>
    <dgm:pt modelId="{B87CE050-F94A-4090-9F8C-628289798DB2}" type="pres">
      <dgm:prSet presAssocID="{2822834E-64B6-415B-8781-7A413996A090}" presName="text_3" presStyleLbl="node1" presStyleIdx="2" presStyleCnt="5">
        <dgm:presLayoutVars>
          <dgm:bulletEnabled val="1"/>
        </dgm:presLayoutVars>
      </dgm:prSet>
      <dgm:spPr/>
    </dgm:pt>
    <dgm:pt modelId="{D18963F3-C634-4697-9DBA-FC8E64B7F152}" type="pres">
      <dgm:prSet presAssocID="{2822834E-64B6-415B-8781-7A413996A090}" presName="accent_3" presStyleCnt="0"/>
      <dgm:spPr/>
    </dgm:pt>
    <dgm:pt modelId="{3BAACAEB-4F17-4D24-A55E-8D49DF7BEB0B}" type="pres">
      <dgm:prSet presAssocID="{2822834E-64B6-415B-8781-7A413996A090}" presName="accentRepeatNode" presStyleLbl="solidFgAcc1" presStyleIdx="2" presStyleCnt="5"/>
      <dgm:spPr/>
    </dgm:pt>
    <dgm:pt modelId="{6B534E55-E9C9-4588-A8FA-B771B54B80BA}" type="pres">
      <dgm:prSet presAssocID="{18D4BB10-B0EC-441F-9FCA-D276E0E50A5B}" presName="text_4" presStyleLbl="node1" presStyleIdx="3" presStyleCnt="5">
        <dgm:presLayoutVars>
          <dgm:bulletEnabled val="1"/>
        </dgm:presLayoutVars>
      </dgm:prSet>
      <dgm:spPr/>
    </dgm:pt>
    <dgm:pt modelId="{49392C9A-7A38-4681-BA4D-47A0EE9A4C01}" type="pres">
      <dgm:prSet presAssocID="{18D4BB10-B0EC-441F-9FCA-D276E0E50A5B}" presName="accent_4" presStyleCnt="0"/>
      <dgm:spPr/>
    </dgm:pt>
    <dgm:pt modelId="{86241086-2687-4A11-A18D-3919BB3117AA}" type="pres">
      <dgm:prSet presAssocID="{18D4BB10-B0EC-441F-9FCA-D276E0E50A5B}" presName="accentRepeatNode" presStyleLbl="solidFgAcc1" presStyleIdx="3" presStyleCnt="5"/>
      <dgm:spPr/>
    </dgm:pt>
    <dgm:pt modelId="{A905F430-F0A2-43C0-9219-F84FFFCB5857}" type="pres">
      <dgm:prSet presAssocID="{648B8ED2-E34A-4D2B-AFAB-A0FC295FDB66}" presName="text_5" presStyleLbl="node1" presStyleIdx="4" presStyleCnt="5">
        <dgm:presLayoutVars>
          <dgm:bulletEnabled val="1"/>
        </dgm:presLayoutVars>
      </dgm:prSet>
      <dgm:spPr/>
    </dgm:pt>
    <dgm:pt modelId="{06D0E268-3868-4510-9AD2-7FD0522CFB76}" type="pres">
      <dgm:prSet presAssocID="{648B8ED2-E34A-4D2B-AFAB-A0FC295FDB66}" presName="accent_5" presStyleCnt="0"/>
      <dgm:spPr/>
    </dgm:pt>
    <dgm:pt modelId="{39376DB6-B15A-4083-A2BD-95F85F01BA71}" type="pres">
      <dgm:prSet presAssocID="{648B8ED2-E34A-4D2B-AFAB-A0FC295FDB66}" presName="accentRepeatNode" presStyleLbl="solidFgAcc1" presStyleIdx="4" presStyleCnt="5"/>
      <dgm:spPr/>
    </dgm:pt>
  </dgm:ptLst>
  <dgm:cxnLst>
    <dgm:cxn modelId="{A9D46405-8486-4213-BD67-026163792B17}" type="presOf" srcId="{18D4BB10-B0EC-441F-9FCA-D276E0E50A5B}" destId="{6B534E55-E9C9-4588-A8FA-B771B54B80BA}" srcOrd="0" destOrd="0" presId="urn:microsoft.com/office/officeart/2008/layout/VerticalCurvedList"/>
    <dgm:cxn modelId="{151D732C-4AA3-4CCE-8872-5DD4A496C17B}" type="presOf" srcId="{EF2F3327-3E6B-4419-B8E3-58248553B7BE}" destId="{BF4A2391-A402-4C71-B890-26B4B0E83F9B}" srcOrd="0" destOrd="0" presId="urn:microsoft.com/office/officeart/2008/layout/VerticalCurvedList"/>
    <dgm:cxn modelId="{C9831E5B-9E08-42B8-A8B2-D03EECEDD078}" srcId="{EA33E6F0-514F-45A2-9570-E881DB361E57}" destId="{648B8ED2-E34A-4D2B-AFAB-A0FC295FDB66}" srcOrd="4" destOrd="0" parTransId="{BBCEDF2B-4F89-4ED1-BDE1-EA8F7B1225F8}" sibTransId="{1D7AC089-CE63-4387-A269-FDAF76471BFE}"/>
    <dgm:cxn modelId="{E3E9EC4B-EABC-4585-9F27-3A1FB3368004}" type="presOf" srcId="{3DA20C21-878B-4626-8B00-DAEDF10F9C22}" destId="{B6D81950-6910-4435-91E4-F064AE2877D4}" srcOrd="0" destOrd="0" presId="urn:microsoft.com/office/officeart/2008/layout/VerticalCurvedList"/>
    <dgm:cxn modelId="{2C6F7684-0735-44F9-976D-5BC19B4715CC}" srcId="{EA33E6F0-514F-45A2-9570-E881DB361E57}" destId="{18D4BB10-B0EC-441F-9FCA-D276E0E50A5B}" srcOrd="3" destOrd="0" parTransId="{B6B87F65-D831-4019-AE0C-87382E22F92F}" sibTransId="{3978C191-3B3C-4CC8-8116-8F443F8B3568}"/>
    <dgm:cxn modelId="{514ECB8F-6283-47B2-89FE-D09CF2B0B0C1}" srcId="{EA33E6F0-514F-45A2-9570-E881DB361E57}" destId="{3DA20C21-878B-4626-8B00-DAEDF10F9C22}" srcOrd="0" destOrd="0" parTransId="{69B89131-D1E4-4E14-913D-0A06EC4ADD71}" sibTransId="{EF2F3327-3E6B-4419-B8E3-58248553B7BE}"/>
    <dgm:cxn modelId="{DC517A98-D551-46B2-A3E7-2EDCC5CD69EE}" type="presOf" srcId="{2822834E-64B6-415B-8781-7A413996A090}" destId="{B87CE050-F94A-4090-9F8C-628289798DB2}" srcOrd="0" destOrd="0" presId="urn:microsoft.com/office/officeart/2008/layout/VerticalCurvedList"/>
    <dgm:cxn modelId="{6E4DBCA3-5B0F-4F6B-A069-AD2C7A798D3B}" type="presOf" srcId="{EA33E6F0-514F-45A2-9570-E881DB361E57}" destId="{FD76DBCF-638D-4128-AC6F-303889CE744B}" srcOrd="0" destOrd="0" presId="urn:microsoft.com/office/officeart/2008/layout/VerticalCurvedList"/>
    <dgm:cxn modelId="{4AF349A8-A7B3-4BA9-8C13-5D54A67B113F}" srcId="{EA33E6F0-514F-45A2-9570-E881DB361E57}" destId="{2822834E-64B6-415B-8781-7A413996A090}" srcOrd="2" destOrd="0" parTransId="{DA2272B8-C30F-4E9A-A74C-EA9AC159535C}" sibTransId="{238BBBB0-E9E3-4623-95FB-8C223AED92F4}"/>
    <dgm:cxn modelId="{625140CB-C0F6-48D4-B779-CAB1F967F1D3}" type="presOf" srcId="{648B8ED2-E34A-4D2B-AFAB-A0FC295FDB66}" destId="{A905F430-F0A2-43C0-9219-F84FFFCB5857}" srcOrd="0" destOrd="0" presId="urn:microsoft.com/office/officeart/2008/layout/VerticalCurvedList"/>
    <dgm:cxn modelId="{3182CBE5-E034-4543-954F-CDB62D49FB0E}" srcId="{EA33E6F0-514F-45A2-9570-E881DB361E57}" destId="{C6EE4EE1-A418-444F-A0CA-BCEEC0B76ACA}" srcOrd="1" destOrd="0" parTransId="{D713611B-818C-4CC6-BD2B-83B3493E5B5E}" sibTransId="{33E9EAF7-86C6-4906-B9D1-76A69268C8E5}"/>
    <dgm:cxn modelId="{AC22C0FE-AFD0-4743-BA4C-5C2B7E0DA65C}" type="presOf" srcId="{C6EE4EE1-A418-444F-A0CA-BCEEC0B76ACA}" destId="{AC2BBAFC-CFE4-4667-A629-8C47D9D08094}" srcOrd="0" destOrd="0" presId="urn:microsoft.com/office/officeart/2008/layout/VerticalCurvedList"/>
    <dgm:cxn modelId="{267ED2EB-90CA-4D39-81F2-82C3E7BD57E3}" type="presParOf" srcId="{FD76DBCF-638D-4128-AC6F-303889CE744B}" destId="{3911E3E0-3217-474C-80A0-A6E9F9191567}" srcOrd="0" destOrd="0" presId="urn:microsoft.com/office/officeart/2008/layout/VerticalCurvedList"/>
    <dgm:cxn modelId="{C8124A54-43B5-49BF-9D7E-FC3AC4FB9088}" type="presParOf" srcId="{3911E3E0-3217-474C-80A0-A6E9F9191567}" destId="{28C90F79-D59A-4907-B24A-27390517A748}" srcOrd="0" destOrd="0" presId="urn:microsoft.com/office/officeart/2008/layout/VerticalCurvedList"/>
    <dgm:cxn modelId="{E7655D55-7C90-4CBE-B58C-E4498E836BC9}" type="presParOf" srcId="{28C90F79-D59A-4907-B24A-27390517A748}" destId="{42EEAADC-7D3E-46E8-8B3A-2C468F73152E}" srcOrd="0" destOrd="0" presId="urn:microsoft.com/office/officeart/2008/layout/VerticalCurvedList"/>
    <dgm:cxn modelId="{FF381389-4A70-4750-817E-69B9E7918F3B}" type="presParOf" srcId="{28C90F79-D59A-4907-B24A-27390517A748}" destId="{BF4A2391-A402-4C71-B890-26B4B0E83F9B}" srcOrd="1" destOrd="0" presId="urn:microsoft.com/office/officeart/2008/layout/VerticalCurvedList"/>
    <dgm:cxn modelId="{02EF5453-986B-4F2C-BA5E-8B906253FB59}" type="presParOf" srcId="{28C90F79-D59A-4907-B24A-27390517A748}" destId="{FF584475-6CBD-45D3-ADA5-1B6DB0621811}" srcOrd="2" destOrd="0" presId="urn:microsoft.com/office/officeart/2008/layout/VerticalCurvedList"/>
    <dgm:cxn modelId="{EDD7B3B0-B78C-40DF-A92D-42DE71716091}" type="presParOf" srcId="{28C90F79-D59A-4907-B24A-27390517A748}" destId="{D9E309ED-013B-4D10-895E-AD23D3E59522}" srcOrd="3" destOrd="0" presId="urn:microsoft.com/office/officeart/2008/layout/VerticalCurvedList"/>
    <dgm:cxn modelId="{9F42F122-C30F-4C25-AAA4-249AF576E25C}" type="presParOf" srcId="{3911E3E0-3217-474C-80A0-A6E9F9191567}" destId="{B6D81950-6910-4435-91E4-F064AE2877D4}" srcOrd="1" destOrd="0" presId="urn:microsoft.com/office/officeart/2008/layout/VerticalCurvedList"/>
    <dgm:cxn modelId="{F1F9F4AB-513C-4C45-BE2C-472B880FB186}" type="presParOf" srcId="{3911E3E0-3217-474C-80A0-A6E9F9191567}" destId="{7D9A981D-C6CF-4D2F-B39E-A63C183A6F45}" srcOrd="2" destOrd="0" presId="urn:microsoft.com/office/officeart/2008/layout/VerticalCurvedList"/>
    <dgm:cxn modelId="{76C0911E-4237-482D-940B-C40F5BD1543B}" type="presParOf" srcId="{7D9A981D-C6CF-4D2F-B39E-A63C183A6F45}" destId="{FA2EE486-BE3F-4227-BA0D-592C99A76749}" srcOrd="0" destOrd="0" presId="urn:microsoft.com/office/officeart/2008/layout/VerticalCurvedList"/>
    <dgm:cxn modelId="{F0E867DF-8FA8-401E-BDE4-F5DC36AA4AD1}" type="presParOf" srcId="{3911E3E0-3217-474C-80A0-A6E9F9191567}" destId="{AC2BBAFC-CFE4-4667-A629-8C47D9D08094}" srcOrd="3" destOrd="0" presId="urn:microsoft.com/office/officeart/2008/layout/VerticalCurvedList"/>
    <dgm:cxn modelId="{BDDAFB02-E636-45C5-B1C8-0E54BF98510F}" type="presParOf" srcId="{3911E3E0-3217-474C-80A0-A6E9F9191567}" destId="{7BE7F281-0A49-445B-8B1A-4B05F41B5DF2}" srcOrd="4" destOrd="0" presId="urn:microsoft.com/office/officeart/2008/layout/VerticalCurvedList"/>
    <dgm:cxn modelId="{246D5DC8-B0F4-4DAF-B0F9-8ED8C8C81318}" type="presParOf" srcId="{7BE7F281-0A49-445B-8B1A-4B05F41B5DF2}" destId="{4CE874DF-2055-493A-987C-E7B9D15C1039}" srcOrd="0" destOrd="0" presId="urn:microsoft.com/office/officeart/2008/layout/VerticalCurvedList"/>
    <dgm:cxn modelId="{D4D5E8EB-98A8-4B21-AE3D-C4D964714026}" type="presParOf" srcId="{3911E3E0-3217-474C-80A0-A6E9F9191567}" destId="{B87CE050-F94A-4090-9F8C-628289798DB2}" srcOrd="5" destOrd="0" presId="urn:microsoft.com/office/officeart/2008/layout/VerticalCurvedList"/>
    <dgm:cxn modelId="{32DB95D0-D4A5-4FBC-BBBA-8581769A994D}" type="presParOf" srcId="{3911E3E0-3217-474C-80A0-A6E9F9191567}" destId="{D18963F3-C634-4697-9DBA-FC8E64B7F152}" srcOrd="6" destOrd="0" presId="urn:microsoft.com/office/officeart/2008/layout/VerticalCurvedList"/>
    <dgm:cxn modelId="{D8F1514A-8C29-4D35-930B-EE708AA7477E}" type="presParOf" srcId="{D18963F3-C634-4697-9DBA-FC8E64B7F152}" destId="{3BAACAEB-4F17-4D24-A55E-8D49DF7BEB0B}" srcOrd="0" destOrd="0" presId="urn:microsoft.com/office/officeart/2008/layout/VerticalCurvedList"/>
    <dgm:cxn modelId="{A664639B-D87F-446D-889A-A79C034460BF}" type="presParOf" srcId="{3911E3E0-3217-474C-80A0-A6E9F9191567}" destId="{6B534E55-E9C9-4588-A8FA-B771B54B80BA}" srcOrd="7" destOrd="0" presId="urn:microsoft.com/office/officeart/2008/layout/VerticalCurvedList"/>
    <dgm:cxn modelId="{85D6D091-CDB2-4A45-9729-FC430D2A6CE1}" type="presParOf" srcId="{3911E3E0-3217-474C-80A0-A6E9F9191567}" destId="{49392C9A-7A38-4681-BA4D-47A0EE9A4C01}" srcOrd="8" destOrd="0" presId="urn:microsoft.com/office/officeart/2008/layout/VerticalCurvedList"/>
    <dgm:cxn modelId="{BDB5DAEE-7AB6-4774-9351-3EAACECF6117}" type="presParOf" srcId="{49392C9A-7A38-4681-BA4D-47A0EE9A4C01}" destId="{86241086-2687-4A11-A18D-3919BB3117AA}" srcOrd="0" destOrd="0" presId="urn:microsoft.com/office/officeart/2008/layout/VerticalCurvedList"/>
    <dgm:cxn modelId="{47100DFA-1A3C-44E6-A0F4-55DDF310D4C8}" type="presParOf" srcId="{3911E3E0-3217-474C-80A0-A6E9F9191567}" destId="{A905F430-F0A2-43C0-9219-F84FFFCB5857}" srcOrd="9" destOrd="0" presId="urn:microsoft.com/office/officeart/2008/layout/VerticalCurvedList"/>
    <dgm:cxn modelId="{5BAE59EC-4A57-4002-9D18-D3591D24CDD5}" type="presParOf" srcId="{3911E3E0-3217-474C-80A0-A6E9F9191567}" destId="{06D0E268-3868-4510-9AD2-7FD0522CFB76}" srcOrd="10" destOrd="0" presId="urn:microsoft.com/office/officeart/2008/layout/VerticalCurvedList"/>
    <dgm:cxn modelId="{A74EA203-5BCE-4B76-BB7F-107B7646A655}" type="presParOf" srcId="{06D0E268-3868-4510-9AD2-7FD0522CFB76}" destId="{39376DB6-B15A-4083-A2BD-95F85F01BA7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35B72A-3059-4BDF-AB59-A0237DD16A0F}">
      <dsp:nvSpPr>
        <dsp:cNvPr id="0" name=""/>
        <dsp:cNvSpPr/>
      </dsp:nvSpPr>
      <dsp:spPr>
        <a:xfrm rot="5400000">
          <a:off x="507629" y="2124595"/>
          <a:ext cx="1525344" cy="2538139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1FA238-C904-4D24-BF13-4EAF0ABAC5FD}">
      <dsp:nvSpPr>
        <dsp:cNvPr id="0" name=""/>
        <dsp:cNvSpPr/>
      </dsp:nvSpPr>
      <dsp:spPr>
        <a:xfrm>
          <a:off x="253011" y="2882952"/>
          <a:ext cx="2291446" cy="2008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La rendición de cuentas en el INEI se realiza de forma manual.</a:t>
          </a:r>
          <a:endParaRPr lang="es-ES" sz="2100" kern="1200"/>
        </a:p>
      </dsp:txBody>
      <dsp:txXfrm>
        <a:off x="253011" y="2882952"/>
        <a:ext cx="2291446" cy="2008587"/>
      </dsp:txXfrm>
    </dsp:sp>
    <dsp:sp modelId="{5F3E1412-31B2-4961-8A1A-5FA19700882B}">
      <dsp:nvSpPr>
        <dsp:cNvPr id="0" name=""/>
        <dsp:cNvSpPr/>
      </dsp:nvSpPr>
      <dsp:spPr>
        <a:xfrm>
          <a:off x="2112109" y="1937735"/>
          <a:ext cx="432348" cy="432348"/>
        </a:xfrm>
        <a:prstGeom prst="triangle">
          <a:avLst>
            <a:gd name="adj" fmla="val 100000"/>
          </a:avLst>
        </a:prstGeom>
        <a:solidFill>
          <a:schemeClr val="accent4">
            <a:hueOff val="-2814157"/>
            <a:satOff val="7192"/>
            <a:lumOff val="-719"/>
            <a:alphaOff val="0"/>
          </a:schemeClr>
        </a:solidFill>
        <a:ln w="15875" cap="flat" cmpd="sng" algn="ctr">
          <a:solidFill>
            <a:schemeClr val="accent4">
              <a:hueOff val="-2814157"/>
              <a:satOff val="7192"/>
              <a:lumOff val="-7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1CD21B-810D-4BF4-A17B-F065994CC9A1}">
      <dsp:nvSpPr>
        <dsp:cNvPr id="0" name=""/>
        <dsp:cNvSpPr/>
      </dsp:nvSpPr>
      <dsp:spPr>
        <a:xfrm rot="5400000">
          <a:off x="3312807" y="1430451"/>
          <a:ext cx="1525344" cy="2538139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-5628313"/>
            <a:satOff val="14385"/>
            <a:lumOff val="-1438"/>
            <a:alphaOff val="0"/>
          </a:schemeClr>
        </a:solidFill>
        <a:ln w="15875" cap="flat" cmpd="sng" algn="ctr">
          <a:solidFill>
            <a:schemeClr val="accent4">
              <a:hueOff val="-5628313"/>
              <a:satOff val="14385"/>
              <a:lumOff val="-14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E5A5B-3164-45FE-938C-068ACF211794}">
      <dsp:nvSpPr>
        <dsp:cNvPr id="0" name=""/>
        <dsp:cNvSpPr/>
      </dsp:nvSpPr>
      <dsp:spPr>
        <a:xfrm>
          <a:off x="3058189" y="2188808"/>
          <a:ext cx="2291446" cy="2008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 dirty="0"/>
            <a:t>No existen controles automáticos de calidad de la información.</a:t>
          </a:r>
          <a:endParaRPr lang="es-ES" sz="2100" kern="1200" dirty="0"/>
        </a:p>
      </dsp:txBody>
      <dsp:txXfrm>
        <a:off x="3058189" y="2188808"/>
        <a:ext cx="2291446" cy="2008587"/>
      </dsp:txXfrm>
    </dsp:sp>
    <dsp:sp modelId="{8C6DB43C-91D3-42F1-A69F-38ECA978F173}">
      <dsp:nvSpPr>
        <dsp:cNvPr id="0" name=""/>
        <dsp:cNvSpPr/>
      </dsp:nvSpPr>
      <dsp:spPr>
        <a:xfrm>
          <a:off x="4917287" y="1243591"/>
          <a:ext cx="432348" cy="432348"/>
        </a:xfrm>
        <a:prstGeom prst="triangle">
          <a:avLst>
            <a:gd name="adj" fmla="val 100000"/>
          </a:avLst>
        </a:prstGeom>
        <a:solidFill>
          <a:schemeClr val="accent4">
            <a:hueOff val="-8442469"/>
            <a:satOff val="21577"/>
            <a:lumOff val="-2157"/>
            <a:alphaOff val="0"/>
          </a:schemeClr>
        </a:solidFill>
        <a:ln w="15875" cap="flat" cmpd="sng" algn="ctr">
          <a:solidFill>
            <a:schemeClr val="accent4">
              <a:hueOff val="-8442469"/>
              <a:satOff val="21577"/>
              <a:lumOff val="-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73065F-4CCF-43C2-B848-50F2ECFC852D}">
      <dsp:nvSpPr>
        <dsp:cNvPr id="0" name=""/>
        <dsp:cNvSpPr/>
      </dsp:nvSpPr>
      <dsp:spPr>
        <a:xfrm rot="5400000">
          <a:off x="6117985" y="736307"/>
          <a:ext cx="1525344" cy="2538139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-11256627"/>
            <a:satOff val="28769"/>
            <a:lumOff val="-2875"/>
            <a:alphaOff val="0"/>
          </a:schemeClr>
        </a:solidFill>
        <a:ln w="15875" cap="flat" cmpd="sng" algn="ctr">
          <a:solidFill>
            <a:schemeClr val="accent4">
              <a:hueOff val="-11256627"/>
              <a:satOff val="28769"/>
              <a:lumOff val="-28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FA684E-CDDE-449F-B5EF-36D51AAD748C}">
      <dsp:nvSpPr>
        <dsp:cNvPr id="0" name=""/>
        <dsp:cNvSpPr/>
      </dsp:nvSpPr>
      <dsp:spPr>
        <a:xfrm>
          <a:off x="5863368" y="1494664"/>
          <a:ext cx="2291446" cy="2008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Se generan errores que se detectan tardíamente, causando reprocesos.</a:t>
          </a:r>
          <a:endParaRPr lang="es-ES" sz="2100" kern="1200"/>
        </a:p>
      </dsp:txBody>
      <dsp:txXfrm>
        <a:off x="5863368" y="1494664"/>
        <a:ext cx="2291446" cy="2008587"/>
      </dsp:txXfrm>
    </dsp:sp>
    <dsp:sp modelId="{C7360A76-F238-4393-8407-32D3AA1476C1}">
      <dsp:nvSpPr>
        <dsp:cNvPr id="0" name=""/>
        <dsp:cNvSpPr/>
      </dsp:nvSpPr>
      <dsp:spPr>
        <a:xfrm>
          <a:off x="7722466" y="549447"/>
          <a:ext cx="432348" cy="432348"/>
        </a:xfrm>
        <a:prstGeom prst="triangle">
          <a:avLst>
            <a:gd name="adj" fmla="val 100000"/>
          </a:avLst>
        </a:prstGeom>
        <a:solidFill>
          <a:schemeClr val="accent4">
            <a:hueOff val="-14070782"/>
            <a:satOff val="35962"/>
            <a:lumOff val="-3594"/>
            <a:alphaOff val="0"/>
          </a:schemeClr>
        </a:solidFill>
        <a:ln w="15875" cap="flat" cmpd="sng" algn="ctr">
          <a:solidFill>
            <a:schemeClr val="accent4">
              <a:hueOff val="-14070782"/>
              <a:satOff val="35962"/>
              <a:lumOff val="-35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8D4F4B-9E5D-4097-8449-C5E77A684088}">
      <dsp:nvSpPr>
        <dsp:cNvPr id="0" name=""/>
        <dsp:cNvSpPr/>
      </dsp:nvSpPr>
      <dsp:spPr>
        <a:xfrm rot="5400000">
          <a:off x="8923164" y="42163"/>
          <a:ext cx="1525344" cy="2538139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-16884939"/>
            <a:satOff val="43154"/>
            <a:lumOff val="-4313"/>
            <a:alphaOff val="0"/>
          </a:schemeClr>
        </a:solidFill>
        <a:ln w="15875" cap="flat" cmpd="sng" algn="ctr">
          <a:solidFill>
            <a:schemeClr val="accent4">
              <a:hueOff val="-16884939"/>
              <a:satOff val="43154"/>
              <a:lumOff val="-43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0E4C5-B2E2-4046-A441-2E2D1BFA39CD}">
      <dsp:nvSpPr>
        <dsp:cNvPr id="0" name=""/>
        <dsp:cNvSpPr/>
      </dsp:nvSpPr>
      <dsp:spPr>
        <a:xfrm>
          <a:off x="8668546" y="800520"/>
          <a:ext cx="2291446" cy="2008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Esto sobrecarga al personal y reduce la eficiencia del proceso.</a:t>
          </a:r>
          <a:endParaRPr lang="es-ES" sz="2100" kern="1200"/>
        </a:p>
      </dsp:txBody>
      <dsp:txXfrm>
        <a:off x="8668546" y="800520"/>
        <a:ext cx="2291446" cy="20085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145DEA-FD18-4945-8223-17CF9E30AECC}">
      <dsp:nvSpPr>
        <dsp:cNvPr id="0" name=""/>
        <dsp:cNvSpPr/>
      </dsp:nvSpPr>
      <dsp:spPr>
        <a:xfrm>
          <a:off x="5912453" y="116917"/>
          <a:ext cx="1865045" cy="186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La automatización reduce errores del registro manual.</a:t>
          </a:r>
          <a:endParaRPr lang="es-ES" sz="2100" kern="1200"/>
        </a:p>
      </dsp:txBody>
      <dsp:txXfrm>
        <a:off x="5912453" y="116917"/>
        <a:ext cx="1865045" cy="1865045"/>
      </dsp:txXfrm>
    </dsp:sp>
    <dsp:sp modelId="{107AAD13-1801-4E9C-9ECD-BD6AB8EE94D3}">
      <dsp:nvSpPr>
        <dsp:cNvPr id="0" name=""/>
        <dsp:cNvSpPr/>
      </dsp:nvSpPr>
      <dsp:spPr>
        <a:xfrm>
          <a:off x="2627354" y="-581"/>
          <a:ext cx="5267643" cy="5267643"/>
        </a:xfrm>
        <a:prstGeom prst="circularArrow">
          <a:avLst>
            <a:gd name="adj1" fmla="val 6904"/>
            <a:gd name="adj2" fmla="val 465515"/>
            <a:gd name="adj3" fmla="val 548731"/>
            <a:gd name="adj4" fmla="val 20585755"/>
            <a:gd name="adj5" fmla="val 8055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516108-6A22-4759-AFF3-B8A849C69DC0}">
      <dsp:nvSpPr>
        <dsp:cNvPr id="0" name=""/>
        <dsp:cNvSpPr/>
      </dsp:nvSpPr>
      <dsp:spPr>
        <a:xfrm>
          <a:off x="5912453" y="3284517"/>
          <a:ext cx="1865045" cy="186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Las validaciones en tiempo real aseguran la calidad de la información.</a:t>
          </a:r>
          <a:endParaRPr lang="es-ES" sz="2100" kern="1200"/>
        </a:p>
      </dsp:txBody>
      <dsp:txXfrm>
        <a:off x="5912453" y="3284517"/>
        <a:ext cx="1865045" cy="1865045"/>
      </dsp:txXfrm>
    </dsp:sp>
    <dsp:sp modelId="{8D56E34D-F807-457F-ABE5-70BFEBFD7181}">
      <dsp:nvSpPr>
        <dsp:cNvPr id="0" name=""/>
        <dsp:cNvSpPr/>
      </dsp:nvSpPr>
      <dsp:spPr>
        <a:xfrm>
          <a:off x="2627354" y="-581"/>
          <a:ext cx="5267643" cy="5267643"/>
        </a:xfrm>
        <a:prstGeom prst="circularArrow">
          <a:avLst>
            <a:gd name="adj1" fmla="val 6904"/>
            <a:gd name="adj2" fmla="val 465515"/>
            <a:gd name="adj3" fmla="val 5948731"/>
            <a:gd name="adj4" fmla="val 4385755"/>
            <a:gd name="adj5" fmla="val 8055"/>
          </a:avLst>
        </a:prstGeom>
        <a:solidFill>
          <a:schemeClr val="accent3">
            <a:hueOff val="5119456"/>
            <a:satOff val="-23529"/>
            <a:lumOff val="549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F86684-F956-4FAE-9E2B-04548DCD66C9}">
      <dsp:nvSpPr>
        <dsp:cNvPr id="0" name=""/>
        <dsp:cNvSpPr/>
      </dsp:nvSpPr>
      <dsp:spPr>
        <a:xfrm>
          <a:off x="2744853" y="3284517"/>
          <a:ext cx="1865045" cy="186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Se disminuyen reprocesos y se agiliza el trabajo administrativo.</a:t>
          </a:r>
          <a:endParaRPr lang="es-ES" sz="2100" kern="1200"/>
        </a:p>
      </dsp:txBody>
      <dsp:txXfrm>
        <a:off x="2744853" y="3284517"/>
        <a:ext cx="1865045" cy="1865045"/>
      </dsp:txXfrm>
    </dsp:sp>
    <dsp:sp modelId="{AB0B7088-5297-4547-B3DB-8893934EEAF7}">
      <dsp:nvSpPr>
        <dsp:cNvPr id="0" name=""/>
        <dsp:cNvSpPr/>
      </dsp:nvSpPr>
      <dsp:spPr>
        <a:xfrm>
          <a:off x="2627354" y="-581"/>
          <a:ext cx="5267643" cy="5267643"/>
        </a:xfrm>
        <a:prstGeom prst="circularArrow">
          <a:avLst>
            <a:gd name="adj1" fmla="val 6904"/>
            <a:gd name="adj2" fmla="val 465515"/>
            <a:gd name="adj3" fmla="val 11348731"/>
            <a:gd name="adj4" fmla="val 9785755"/>
            <a:gd name="adj5" fmla="val 8055"/>
          </a:avLst>
        </a:prstGeom>
        <a:solidFill>
          <a:schemeClr val="accent3">
            <a:hueOff val="10238912"/>
            <a:satOff val="-47059"/>
            <a:lumOff val="1098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C323D-9F0A-4475-A5BB-AC00550D5F79}">
      <dsp:nvSpPr>
        <dsp:cNvPr id="0" name=""/>
        <dsp:cNvSpPr/>
      </dsp:nvSpPr>
      <dsp:spPr>
        <a:xfrm>
          <a:off x="2744853" y="116917"/>
          <a:ext cx="1865045" cy="186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Mejora la eficiencia institucional y el control de los recursos.</a:t>
          </a:r>
          <a:endParaRPr lang="es-ES" sz="2100" kern="1200"/>
        </a:p>
      </dsp:txBody>
      <dsp:txXfrm>
        <a:off x="2744853" y="116917"/>
        <a:ext cx="1865045" cy="1865045"/>
      </dsp:txXfrm>
    </dsp:sp>
    <dsp:sp modelId="{BAD144D8-DC02-4631-A7F5-B584CCC45239}">
      <dsp:nvSpPr>
        <dsp:cNvPr id="0" name=""/>
        <dsp:cNvSpPr/>
      </dsp:nvSpPr>
      <dsp:spPr>
        <a:xfrm>
          <a:off x="2627354" y="-581"/>
          <a:ext cx="5267643" cy="5267643"/>
        </a:xfrm>
        <a:prstGeom prst="circularArrow">
          <a:avLst>
            <a:gd name="adj1" fmla="val 6904"/>
            <a:gd name="adj2" fmla="val 465515"/>
            <a:gd name="adj3" fmla="val 16748731"/>
            <a:gd name="adj4" fmla="val 15185755"/>
            <a:gd name="adj5" fmla="val 8055"/>
          </a:avLst>
        </a:prstGeom>
        <a:solidFill>
          <a:schemeClr val="accent3">
            <a:hueOff val="15358367"/>
            <a:satOff val="-70588"/>
            <a:lumOff val="1647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9B220-319C-4D57-90DD-B6924249B703}">
      <dsp:nvSpPr>
        <dsp:cNvPr id="0" name=""/>
        <dsp:cNvSpPr/>
      </dsp:nvSpPr>
      <dsp:spPr>
        <a:xfrm>
          <a:off x="0" y="1347293"/>
          <a:ext cx="10522353" cy="1796390"/>
        </a:xfrm>
        <a:prstGeom prst="notched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F2C63F-EF42-4AEC-A717-A244517BD4AD}">
      <dsp:nvSpPr>
        <dsp:cNvPr id="0" name=""/>
        <dsp:cNvSpPr/>
      </dsp:nvSpPr>
      <dsp:spPr>
        <a:xfrm>
          <a:off x="4161" y="0"/>
          <a:ext cx="1819575" cy="1796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/>
            <a:t>Implementación de un sistema web para la rendición de cuentas.</a:t>
          </a:r>
          <a:endParaRPr lang="es-ES" sz="1800" kern="1200"/>
        </a:p>
      </dsp:txBody>
      <dsp:txXfrm>
        <a:off x="4161" y="0"/>
        <a:ext cx="1819575" cy="1796390"/>
      </dsp:txXfrm>
    </dsp:sp>
    <dsp:sp modelId="{9F31ADAE-9A4E-41E5-9EC2-023D4F76D43D}">
      <dsp:nvSpPr>
        <dsp:cNvPr id="0" name=""/>
        <dsp:cNvSpPr/>
      </dsp:nvSpPr>
      <dsp:spPr>
        <a:xfrm>
          <a:off x="689400" y="2020939"/>
          <a:ext cx="449097" cy="44909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851B70-CE14-4731-A367-7A6AE293CE49}">
      <dsp:nvSpPr>
        <dsp:cNvPr id="0" name=""/>
        <dsp:cNvSpPr/>
      </dsp:nvSpPr>
      <dsp:spPr>
        <a:xfrm>
          <a:off x="1914716" y="2694586"/>
          <a:ext cx="1819575" cy="1796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/>
            <a:t>Validación de la información en el momento del registro.</a:t>
          </a:r>
          <a:endParaRPr lang="es-ES" sz="1800" kern="1200"/>
        </a:p>
      </dsp:txBody>
      <dsp:txXfrm>
        <a:off x="1914716" y="2694586"/>
        <a:ext cx="1819575" cy="1796390"/>
      </dsp:txXfrm>
    </dsp:sp>
    <dsp:sp modelId="{FEF0DFE3-8D9B-4BB6-A191-6D8134FD24F8}">
      <dsp:nvSpPr>
        <dsp:cNvPr id="0" name=""/>
        <dsp:cNvSpPr/>
      </dsp:nvSpPr>
      <dsp:spPr>
        <a:xfrm>
          <a:off x="2599955" y="2020939"/>
          <a:ext cx="449097" cy="44909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1FCF42-F741-4D36-817C-6BF0A674F3F9}">
      <dsp:nvSpPr>
        <dsp:cNvPr id="0" name=""/>
        <dsp:cNvSpPr/>
      </dsp:nvSpPr>
      <dsp:spPr>
        <a:xfrm>
          <a:off x="3825270" y="0"/>
          <a:ext cx="1819575" cy="1796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/>
            <a:t>Guía al usuario mediante reglas de negocio y controles.</a:t>
          </a:r>
          <a:endParaRPr lang="es-ES" sz="1800" kern="1200"/>
        </a:p>
      </dsp:txBody>
      <dsp:txXfrm>
        <a:off x="3825270" y="0"/>
        <a:ext cx="1819575" cy="1796390"/>
      </dsp:txXfrm>
    </dsp:sp>
    <dsp:sp modelId="{5EF4BE91-D091-4B70-ABEA-E19179383736}">
      <dsp:nvSpPr>
        <dsp:cNvPr id="0" name=""/>
        <dsp:cNvSpPr/>
      </dsp:nvSpPr>
      <dsp:spPr>
        <a:xfrm>
          <a:off x="4510509" y="2020939"/>
          <a:ext cx="449097" cy="44909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F5B52-4AEE-4B96-AD77-DDB37E976276}">
      <dsp:nvSpPr>
        <dsp:cNvPr id="0" name=""/>
        <dsp:cNvSpPr/>
      </dsp:nvSpPr>
      <dsp:spPr>
        <a:xfrm>
          <a:off x="5735825" y="2694586"/>
          <a:ext cx="1819575" cy="1796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/>
            <a:t>Registro, revisión y envío de rendiciones de forma rápida y segura.</a:t>
          </a:r>
          <a:endParaRPr lang="es-ES" sz="1800" kern="1200"/>
        </a:p>
      </dsp:txBody>
      <dsp:txXfrm>
        <a:off x="5735825" y="2694586"/>
        <a:ext cx="1819575" cy="1796390"/>
      </dsp:txXfrm>
    </dsp:sp>
    <dsp:sp modelId="{9B3DA8AC-597B-44DF-9380-F7E883DE9D3A}">
      <dsp:nvSpPr>
        <dsp:cNvPr id="0" name=""/>
        <dsp:cNvSpPr/>
      </dsp:nvSpPr>
      <dsp:spPr>
        <a:xfrm>
          <a:off x="6421064" y="2020939"/>
          <a:ext cx="449097" cy="44909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7864B-8340-454A-A515-4D7D9EEB0841}">
      <dsp:nvSpPr>
        <dsp:cNvPr id="0" name=""/>
        <dsp:cNvSpPr/>
      </dsp:nvSpPr>
      <dsp:spPr>
        <a:xfrm>
          <a:off x="7646380" y="0"/>
          <a:ext cx="1819575" cy="1796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/>
            <a:t>Cobertura de todo el flujo, desde el ingreso hasta la validación final.</a:t>
          </a:r>
          <a:endParaRPr lang="es-ES" sz="1800" kern="1200"/>
        </a:p>
      </dsp:txBody>
      <dsp:txXfrm>
        <a:off x="7646380" y="0"/>
        <a:ext cx="1819575" cy="1796390"/>
      </dsp:txXfrm>
    </dsp:sp>
    <dsp:sp modelId="{A6750539-A8C4-4887-89AC-F666F6A61CC3}">
      <dsp:nvSpPr>
        <dsp:cNvPr id="0" name=""/>
        <dsp:cNvSpPr/>
      </dsp:nvSpPr>
      <dsp:spPr>
        <a:xfrm>
          <a:off x="8331619" y="2020939"/>
          <a:ext cx="449097" cy="44909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2EC477-7E8B-42FA-9C83-D32D97F69644}">
      <dsp:nvSpPr>
        <dsp:cNvPr id="0" name=""/>
        <dsp:cNvSpPr/>
      </dsp:nvSpPr>
      <dsp:spPr>
        <a:xfrm>
          <a:off x="4248068" y="3135164"/>
          <a:ext cx="2628100" cy="26281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kern="1200" dirty="0"/>
            <a:t>Tipo de solución planteada</a:t>
          </a:r>
        </a:p>
      </dsp:txBody>
      <dsp:txXfrm>
        <a:off x="4632944" y="3520040"/>
        <a:ext cx="1858348" cy="1858348"/>
      </dsp:txXfrm>
    </dsp:sp>
    <dsp:sp modelId="{3DB8FAB8-2088-4F97-84A4-7B47E536430C}">
      <dsp:nvSpPr>
        <dsp:cNvPr id="0" name=""/>
        <dsp:cNvSpPr/>
      </dsp:nvSpPr>
      <dsp:spPr>
        <a:xfrm rot="12900000">
          <a:off x="2553879" y="2674864"/>
          <a:ext cx="2018102" cy="74900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AF0E00-8D32-4B15-903D-7B993796340B}">
      <dsp:nvSpPr>
        <dsp:cNvPr id="0" name=""/>
        <dsp:cNvSpPr/>
      </dsp:nvSpPr>
      <dsp:spPr>
        <a:xfrm>
          <a:off x="1488016" y="1471922"/>
          <a:ext cx="2496695" cy="199735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Sistema web para automatizar y validar la rendición de cuentas.</a:t>
          </a:r>
          <a:endParaRPr lang="es-ES" sz="2500" kern="1200"/>
        </a:p>
      </dsp:txBody>
      <dsp:txXfrm>
        <a:off x="1546517" y="1530423"/>
        <a:ext cx="2379693" cy="1880354"/>
      </dsp:txXfrm>
    </dsp:sp>
    <dsp:sp modelId="{6CD29BB3-E4CA-49D7-84E0-70BBA0C42C66}">
      <dsp:nvSpPr>
        <dsp:cNvPr id="0" name=""/>
        <dsp:cNvSpPr/>
      </dsp:nvSpPr>
      <dsp:spPr>
        <a:xfrm rot="16200000">
          <a:off x="4553067" y="1634152"/>
          <a:ext cx="2018102" cy="74900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-8442469"/>
            <a:satOff val="21577"/>
            <a:lumOff val="-215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67231-49CD-495B-B1C3-D8419756D304}">
      <dsp:nvSpPr>
        <dsp:cNvPr id="0" name=""/>
        <dsp:cNvSpPr/>
      </dsp:nvSpPr>
      <dsp:spPr>
        <a:xfrm>
          <a:off x="4313770" y="927"/>
          <a:ext cx="2496695" cy="1997356"/>
        </a:xfrm>
        <a:prstGeom prst="roundRect">
          <a:avLst>
            <a:gd name="adj" fmla="val 10000"/>
          </a:avLst>
        </a:prstGeom>
        <a:solidFill>
          <a:schemeClr val="accent4">
            <a:hueOff val="-8442469"/>
            <a:satOff val="21577"/>
            <a:lumOff val="-215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Controles inteligentes y reglas de negocio integradas.</a:t>
          </a:r>
          <a:endParaRPr lang="es-ES" sz="2500" kern="1200"/>
        </a:p>
      </dsp:txBody>
      <dsp:txXfrm>
        <a:off x="4372271" y="59428"/>
        <a:ext cx="2379693" cy="1880354"/>
      </dsp:txXfrm>
    </dsp:sp>
    <dsp:sp modelId="{9F12CED4-D099-4260-9830-94E6D3C45B9C}">
      <dsp:nvSpPr>
        <dsp:cNvPr id="0" name=""/>
        <dsp:cNvSpPr/>
      </dsp:nvSpPr>
      <dsp:spPr>
        <a:xfrm rot="19500000">
          <a:off x="6552254" y="2674864"/>
          <a:ext cx="2018102" cy="74900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-16884939"/>
            <a:satOff val="43154"/>
            <a:lumOff val="-431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971078-DD79-4F39-B00B-BA118A70A043}">
      <dsp:nvSpPr>
        <dsp:cNvPr id="0" name=""/>
        <dsp:cNvSpPr/>
      </dsp:nvSpPr>
      <dsp:spPr>
        <a:xfrm>
          <a:off x="7139524" y="1471922"/>
          <a:ext cx="2496695" cy="1997356"/>
        </a:xfrm>
        <a:prstGeom prst="roundRect">
          <a:avLst>
            <a:gd name="adj" fmla="val 10000"/>
          </a:avLst>
        </a:prstGeom>
        <a:solidFill>
          <a:schemeClr val="accent4">
            <a:hueOff val="-16884939"/>
            <a:satOff val="43154"/>
            <a:lumOff val="-431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Interfaz sencilla para reducir errores y mejorar la eficiencia.</a:t>
          </a:r>
          <a:endParaRPr lang="es-ES" sz="2500" kern="1200"/>
        </a:p>
      </dsp:txBody>
      <dsp:txXfrm>
        <a:off x="7198025" y="1530423"/>
        <a:ext cx="2379693" cy="18803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533AFB-99A9-4B44-8B3E-5BB1DA497534}">
      <dsp:nvSpPr>
        <dsp:cNvPr id="0" name=""/>
        <dsp:cNvSpPr/>
      </dsp:nvSpPr>
      <dsp:spPr>
        <a:xfrm>
          <a:off x="4878492" y="2822776"/>
          <a:ext cx="968890" cy="20831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84445" y="0"/>
              </a:lnTo>
              <a:lnTo>
                <a:pt x="484445" y="2083113"/>
              </a:lnTo>
              <a:lnTo>
                <a:pt x="968890" y="2083113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956E66-C6C1-4AD2-9792-A375B90A68D4}">
      <dsp:nvSpPr>
        <dsp:cNvPr id="0" name=""/>
        <dsp:cNvSpPr/>
      </dsp:nvSpPr>
      <dsp:spPr>
        <a:xfrm>
          <a:off x="4878492" y="2777056"/>
          <a:ext cx="9688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8890" y="4572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CC92CA-40E8-49D2-8CCB-690B63872CC5}">
      <dsp:nvSpPr>
        <dsp:cNvPr id="0" name=""/>
        <dsp:cNvSpPr/>
      </dsp:nvSpPr>
      <dsp:spPr>
        <a:xfrm>
          <a:off x="4878492" y="739662"/>
          <a:ext cx="968890" cy="2083113"/>
        </a:xfrm>
        <a:custGeom>
          <a:avLst/>
          <a:gdLst/>
          <a:ahLst/>
          <a:cxnLst/>
          <a:rect l="0" t="0" r="0" b="0"/>
          <a:pathLst>
            <a:path>
              <a:moveTo>
                <a:pt x="0" y="2083113"/>
              </a:moveTo>
              <a:lnTo>
                <a:pt x="484445" y="2083113"/>
              </a:lnTo>
              <a:lnTo>
                <a:pt x="484445" y="0"/>
              </a:lnTo>
              <a:lnTo>
                <a:pt x="968890" y="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48BA90-4177-4873-8CB3-C821E2332BCA}">
      <dsp:nvSpPr>
        <dsp:cNvPr id="0" name=""/>
        <dsp:cNvSpPr/>
      </dsp:nvSpPr>
      <dsp:spPr>
        <a:xfrm>
          <a:off x="34042" y="2083997"/>
          <a:ext cx="4844450" cy="14775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500" b="1" kern="1200"/>
            <a:t>Usuarios involucrados</a:t>
          </a:r>
          <a:endParaRPr lang="es-ES" sz="3500" kern="1200"/>
        </a:p>
      </dsp:txBody>
      <dsp:txXfrm>
        <a:off x="34042" y="2083997"/>
        <a:ext cx="4844450" cy="1477557"/>
      </dsp:txXfrm>
    </dsp:sp>
    <dsp:sp modelId="{A52B1867-2566-478F-8C37-AA2993C82165}">
      <dsp:nvSpPr>
        <dsp:cNvPr id="0" name=""/>
        <dsp:cNvSpPr/>
      </dsp:nvSpPr>
      <dsp:spPr>
        <a:xfrm>
          <a:off x="5847383" y="883"/>
          <a:ext cx="4844450" cy="14775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500" b="1" kern="1200"/>
            <a:t>Personal operativo:</a:t>
          </a:r>
          <a:r>
            <a:rPr lang="es-PE" sz="3500" kern="1200"/>
            <a:t> Registra sus rendiciones.</a:t>
          </a:r>
          <a:endParaRPr lang="es-ES" sz="3500" kern="1200"/>
        </a:p>
      </dsp:txBody>
      <dsp:txXfrm>
        <a:off x="5847383" y="883"/>
        <a:ext cx="4844450" cy="1477557"/>
      </dsp:txXfrm>
    </dsp:sp>
    <dsp:sp modelId="{70379AD3-5204-4055-A5AE-EB317B7B009B}">
      <dsp:nvSpPr>
        <dsp:cNvPr id="0" name=""/>
        <dsp:cNvSpPr/>
      </dsp:nvSpPr>
      <dsp:spPr>
        <a:xfrm>
          <a:off x="5847383" y="2083997"/>
          <a:ext cx="4844450" cy="1477557"/>
        </a:xfrm>
        <a:prstGeom prst="rect">
          <a:avLst/>
        </a:prstGeom>
        <a:solidFill>
          <a:schemeClr val="accent3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500" b="1" kern="1200"/>
            <a:t>Personal administrativo:</a:t>
          </a:r>
          <a:r>
            <a:rPr lang="es-PE" sz="3500" kern="1200"/>
            <a:t> Revisa, valida y aprueba.</a:t>
          </a:r>
          <a:endParaRPr lang="es-ES" sz="3500" kern="1200"/>
        </a:p>
      </dsp:txBody>
      <dsp:txXfrm>
        <a:off x="5847383" y="2083997"/>
        <a:ext cx="4844450" cy="1477557"/>
      </dsp:txXfrm>
    </dsp:sp>
    <dsp:sp modelId="{E355AE1F-71E9-4412-83F3-0BAB64E9F6E7}">
      <dsp:nvSpPr>
        <dsp:cNvPr id="0" name=""/>
        <dsp:cNvSpPr/>
      </dsp:nvSpPr>
      <dsp:spPr>
        <a:xfrm>
          <a:off x="5847383" y="4167111"/>
          <a:ext cx="4844450" cy="1477557"/>
        </a:xfrm>
        <a:prstGeom prst="rect">
          <a:avLst/>
        </a:prstGeom>
        <a:solidFill>
          <a:schemeClr val="accent4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500" b="1" kern="1200"/>
            <a:t>Equipo de TI:</a:t>
          </a:r>
          <a:r>
            <a:rPr lang="es-PE" sz="3500" kern="1200"/>
            <a:t> Brinda soporte y mantenimiento.</a:t>
          </a:r>
          <a:endParaRPr lang="es-ES" sz="3500" kern="1200"/>
        </a:p>
      </dsp:txBody>
      <dsp:txXfrm>
        <a:off x="5847383" y="4167111"/>
        <a:ext cx="4844450" cy="14775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6CE5D-6EC7-42BB-83FD-FD11FEBF7711}">
      <dsp:nvSpPr>
        <dsp:cNvPr id="0" name=""/>
        <dsp:cNvSpPr/>
      </dsp:nvSpPr>
      <dsp:spPr>
        <a:xfrm>
          <a:off x="1673921" y="713222"/>
          <a:ext cx="4766009" cy="4766009"/>
        </a:xfrm>
        <a:prstGeom prst="blockArc">
          <a:avLst>
            <a:gd name="adj1" fmla="val 10800000"/>
            <a:gd name="adj2" fmla="val 16200000"/>
            <a:gd name="adj3" fmla="val 4642"/>
          </a:avLst>
        </a:prstGeom>
        <a:solidFill>
          <a:schemeClr val="accent4">
            <a:hueOff val="-16884939"/>
            <a:satOff val="43154"/>
            <a:lumOff val="-4313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4D883C9-7DBD-4BF1-B8C7-6F35E621C90B}">
      <dsp:nvSpPr>
        <dsp:cNvPr id="0" name=""/>
        <dsp:cNvSpPr/>
      </dsp:nvSpPr>
      <dsp:spPr>
        <a:xfrm>
          <a:off x="1673921" y="713222"/>
          <a:ext cx="4766009" cy="4766009"/>
        </a:xfrm>
        <a:prstGeom prst="blockArc">
          <a:avLst>
            <a:gd name="adj1" fmla="val 5400000"/>
            <a:gd name="adj2" fmla="val 10800000"/>
            <a:gd name="adj3" fmla="val 4642"/>
          </a:avLst>
        </a:prstGeom>
        <a:solidFill>
          <a:schemeClr val="accent4">
            <a:hueOff val="-11256627"/>
            <a:satOff val="28769"/>
            <a:lumOff val="-2875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EB4555D-D89A-4DCC-8AEA-64D49267E250}">
      <dsp:nvSpPr>
        <dsp:cNvPr id="0" name=""/>
        <dsp:cNvSpPr/>
      </dsp:nvSpPr>
      <dsp:spPr>
        <a:xfrm>
          <a:off x="1673921" y="713222"/>
          <a:ext cx="4766009" cy="4766009"/>
        </a:xfrm>
        <a:prstGeom prst="blockArc">
          <a:avLst>
            <a:gd name="adj1" fmla="val 0"/>
            <a:gd name="adj2" fmla="val 5400000"/>
            <a:gd name="adj3" fmla="val 4642"/>
          </a:avLst>
        </a:prstGeom>
        <a:solidFill>
          <a:schemeClr val="accent4">
            <a:hueOff val="-5628313"/>
            <a:satOff val="14385"/>
            <a:lumOff val="-1438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13FA7B6-B40A-4307-801A-09F511AC6CA0}">
      <dsp:nvSpPr>
        <dsp:cNvPr id="0" name=""/>
        <dsp:cNvSpPr/>
      </dsp:nvSpPr>
      <dsp:spPr>
        <a:xfrm>
          <a:off x="1673921" y="713222"/>
          <a:ext cx="4766009" cy="4766009"/>
        </a:xfrm>
        <a:prstGeom prst="blockArc">
          <a:avLst>
            <a:gd name="adj1" fmla="val 16200000"/>
            <a:gd name="adj2" fmla="val 0"/>
            <a:gd name="adj3" fmla="val 464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86D8360-B81C-4912-8080-63508AB03552}">
      <dsp:nvSpPr>
        <dsp:cNvPr id="0" name=""/>
        <dsp:cNvSpPr/>
      </dsp:nvSpPr>
      <dsp:spPr>
        <a:xfrm>
          <a:off x="2959496" y="1998797"/>
          <a:ext cx="2194860" cy="21948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700" b="1" kern="1200" dirty="0"/>
            <a:t>Funcionalidades principales</a:t>
          </a:r>
          <a:endParaRPr lang="es-ES" sz="1700" kern="1200" dirty="0"/>
        </a:p>
      </dsp:txBody>
      <dsp:txXfrm>
        <a:off x="3280926" y="2320227"/>
        <a:ext cx="1552000" cy="1552000"/>
      </dsp:txXfrm>
    </dsp:sp>
    <dsp:sp modelId="{F53445B2-BDAF-40C1-AE82-6AD179121A59}">
      <dsp:nvSpPr>
        <dsp:cNvPr id="0" name=""/>
        <dsp:cNvSpPr/>
      </dsp:nvSpPr>
      <dsp:spPr>
        <a:xfrm>
          <a:off x="3197278" y="-91114"/>
          <a:ext cx="1719295" cy="171929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1" kern="1200"/>
            <a:t>Validación en tiempo real y control de topes.</a:t>
          </a:r>
          <a:endParaRPr lang="es-ES" sz="1400" b="1" kern="1200"/>
        </a:p>
      </dsp:txBody>
      <dsp:txXfrm>
        <a:off x="3449063" y="160671"/>
        <a:ext cx="1215725" cy="1215725"/>
      </dsp:txXfrm>
    </dsp:sp>
    <dsp:sp modelId="{8435F166-8A42-4772-949D-EBAC67175EB5}">
      <dsp:nvSpPr>
        <dsp:cNvPr id="0" name=""/>
        <dsp:cNvSpPr/>
      </dsp:nvSpPr>
      <dsp:spPr>
        <a:xfrm>
          <a:off x="5524972" y="2236579"/>
          <a:ext cx="1719295" cy="1719295"/>
        </a:xfrm>
        <a:prstGeom prst="ellipse">
          <a:avLst/>
        </a:prstGeom>
        <a:solidFill>
          <a:schemeClr val="accent4">
            <a:hueOff val="-5628313"/>
            <a:satOff val="14385"/>
            <a:lumOff val="-143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1" kern="1200" dirty="0"/>
            <a:t>Revisión, aprobación y gestión de observaciones.</a:t>
          </a:r>
          <a:endParaRPr lang="es-ES" sz="1400" b="1" kern="1200" dirty="0"/>
        </a:p>
      </dsp:txBody>
      <dsp:txXfrm>
        <a:off x="5776757" y="2488364"/>
        <a:ext cx="1215725" cy="1215725"/>
      </dsp:txXfrm>
    </dsp:sp>
    <dsp:sp modelId="{A58F79B2-D18A-4E76-9301-C8C22AA895D8}">
      <dsp:nvSpPr>
        <dsp:cNvPr id="0" name=""/>
        <dsp:cNvSpPr/>
      </dsp:nvSpPr>
      <dsp:spPr>
        <a:xfrm>
          <a:off x="3197278" y="4564273"/>
          <a:ext cx="1719295" cy="1719295"/>
        </a:xfrm>
        <a:prstGeom prst="ellipse">
          <a:avLst/>
        </a:prstGeom>
        <a:solidFill>
          <a:schemeClr val="accent4">
            <a:hueOff val="-11256627"/>
            <a:satOff val="28769"/>
            <a:lumOff val="-28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1" kern="1200"/>
            <a:t>Historial, trazabilidad y reportes.</a:t>
          </a:r>
          <a:endParaRPr lang="es-ES" sz="1400" b="1" kern="1200"/>
        </a:p>
      </dsp:txBody>
      <dsp:txXfrm>
        <a:off x="3449063" y="4816058"/>
        <a:ext cx="1215725" cy="1215725"/>
      </dsp:txXfrm>
    </dsp:sp>
    <dsp:sp modelId="{677273C4-C3F4-44B7-A4BD-3884652F4D8C}">
      <dsp:nvSpPr>
        <dsp:cNvPr id="0" name=""/>
        <dsp:cNvSpPr/>
      </dsp:nvSpPr>
      <dsp:spPr>
        <a:xfrm>
          <a:off x="869584" y="2236579"/>
          <a:ext cx="1719295" cy="1719295"/>
        </a:xfrm>
        <a:prstGeom prst="ellipse">
          <a:avLst/>
        </a:prstGeom>
        <a:solidFill>
          <a:schemeClr val="accent4">
            <a:hueOff val="-16884939"/>
            <a:satOff val="43154"/>
            <a:lumOff val="-431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1" kern="1200"/>
            <a:t>Notificaciones automáticas y control de accesos.</a:t>
          </a:r>
          <a:endParaRPr lang="es-ES" sz="1400" b="1" kern="1200"/>
        </a:p>
      </dsp:txBody>
      <dsp:txXfrm>
        <a:off x="1121369" y="2488364"/>
        <a:ext cx="1215725" cy="12157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8BCF19-490F-4173-B1F2-9260D42651A5}">
      <dsp:nvSpPr>
        <dsp:cNvPr id="0" name=""/>
        <dsp:cNvSpPr/>
      </dsp:nvSpPr>
      <dsp:spPr>
        <a:xfrm>
          <a:off x="4138427" y="120185"/>
          <a:ext cx="1881756" cy="1881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Backend: PHP</a:t>
          </a:r>
          <a:endParaRPr lang="es-ES" sz="2500" kern="1200"/>
        </a:p>
      </dsp:txBody>
      <dsp:txXfrm>
        <a:off x="4138427" y="120185"/>
        <a:ext cx="1881756" cy="1881756"/>
      </dsp:txXfrm>
    </dsp:sp>
    <dsp:sp modelId="{E5877190-AD4B-4FE1-8941-E4F00C0A5236}">
      <dsp:nvSpPr>
        <dsp:cNvPr id="0" name=""/>
        <dsp:cNvSpPr/>
      </dsp:nvSpPr>
      <dsp:spPr>
        <a:xfrm>
          <a:off x="816354" y="339"/>
          <a:ext cx="5323675" cy="5323675"/>
        </a:xfrm>
        <a:prstGeom prst="circularArrow">
          <a:avLst>
            <a:gd name="adj1" fmla="val 6893"/>
            <a:gd name="adj2" fmla="val 464605"/>
            <a:gd name="adj3" fmla="val 552558"/>
            <a:gd name="adj4" fmla="val 20582836"/>
            <a:gd name="adj5" fmla="val 8041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D39F8-9028-4B08-ADA8-A91C215D0CDD}">
      <dsp:nvSpPr>
        <dsp:cNvPr id="0" name=""/>
        <dsp:cNvSpPr/>
      </dsp:nvSpPr>
      <dsp:spPr>
        <a:xfrm>
          <a:off x="4138427" y="3322412"/>
          <a:ext cx="1881756" cy="1881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Base de datos: MySQL</a:t>
          </a:r>
          <a:endParaRPr lang="es-ES" sz="2500" kern="1200"/>
        </a:p>
      </dsp:txBody>
      <dsp:txXfrm>
        <a:off x="4138427" y="3322412"/>
        <a:ext cx="1881756" cy="1881756"/>
      </dsp:txXfrm>
    </dsp:sp>
    <dsp:sp modelId="{194BEE16-9447-4077-B38E-89DD37DF9DB6}">
      <dsp:nvSpPr>
        <dsp:cNvPr id="0" name=""/>
        <dsp:cNvSpPr/>
      </dsp:nvSpPr>
      <dsp:spPr>
        <a:xfrm>
          <a:off x="816354" y="339"/>
          <a:ext cx="5323675" cy="5323675"/>
        </a:xfrm>
        <a:prstGeom prst="circularArrow">
          <a:avLst>
            <a:gd name="adj1" fmla="val 6893"/>
            <a:gd name="adj2" fmla="val 464605"/>
            <a:gd name="adj3" fmla="val 5952558"/>
            <a:gd name="adj4" fmla="val 4382836"/>
            <a:gd name="adj5" fmla="val 8041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C0C665-EC18-4A4C-81AA-19D3318B36BE}">
      <dsp:nvSpPr>
        <dsp:cNvPr id="0" name=""/>
        <dsp:cNvSpPr/>
      </dsp:nvSpPr>
      <dsp:spPr>
        <a:xfrm>
          <a:off x="936200" y="3322412"/>
          <a:ext cx="1881756" cy="1881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Frontend: HTML, CSS y JavaScript</a:t>
          </a:r>
          <a:endParaRPr lang="es-ES" sz="2500" kern="1200"/>
        </a:p>
      </dsp:txBody>
      <dsp:txXfrm>
        <a:off x="936200" y="3322412"/>
        <a:ext cx="1881756" cy="1881756"/>
      </dsp:txXfrm>
    </dsp:sp>
    <dsp:sp modelId="{496EFFD6-5E13-4F67-B3C8-395D2CC4A9E2}">
      <dsp:nvSpPr>
        <dsp:cNvPr id="0" name=""/>
        <dsp:cNvSpPr/>
      </dsp:nvSpPr>
      <dsp:spPr>
        <a:xfrm>
          <a:off x="816354" y="339"/>
          <a:ext cx="5323675" cy="5323675"/>
        </a:xfrm>
        <a:prstGeom prst="circularArrow">
          <a:avLst>
            <a:gd name="adj1" fmla="val 6893"/>
            <a:gd name="adj2" fmla="val 464605"/>
            <a:gd name="adj3" fmla="val 11352558"/>
            <a:gd name="adj4" fmla="val 9782836"/>
            <a:gd name="adj5" fmla="val 8041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94D80D-5856-4E38-A8DD-9CED054E97FA}">
      <dsp:nvSpPr>
        <dsp:cNvPr id="0" name=""/>
        <dsp:cNvSpPr/>
      </dsp:nvSpPr>
      <dsp:spPr>
        <a:xfrm>
          <a:off x="936200" y="120185"/>
          <a:ext cx="1881756" cy="1881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Desarrollo sin frameworks para mayor control y optimización.</a:t>
          </a:r>
          <a:endParaRPr lang="es-ES" sz="2500" kern="1200"/>
        </a:p>
      </dsp:txBody>
      <dsp:txXfrm>
        <a:off x="936200" y="120185"/>
        <a:ext cx="1881756" cy="1881756"/>
      </dsp:txXfrm>
    </dsp:sp>
    <dsp:sp modelId="{FF253C34-3362-4A29-BB31-7098622BD564}">
      <dsp:nvSpPr>
        <dsp:cNvPr id="0" name=""/>
        <dsp:cNvSpPr/>
      </dsp:nvSpPr>
      <dsp:spPr>
        <a:xfrm>
          <a:off x="816354" y="339"/>
          <a:ext cx="5323675" cy="5323675"/>
        </a:xfrm>
        <a:prstGeom prst="circularArrow">
          <a:avLst>
            <a:gd name="adj1" fmla="val 6893"/>
            <a:gd name="adj2" fmla="val 464605"/>
            <a:gd name="adj3" fmla="val 16752558"/>
            <a:gd name="adj4" fmla="val 15182836"/>
            <a:gd name="adj5" fmla="val 8041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36167-486E-438C-A81E-DD8696E6D9D7}">
      <dsp:nvSpPr>
        <dsp:cNvPr id="0" name=""/>
        <dsp:cNvSpPr/>
      </dsp:nvSpPr>
      <dsp:spPr>
        <a:xfrm>
          <a:off x="2583101" y="2973336"/>
          <a:ext cx="1790182" cy="17901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900" b="1" kern="1200"/>
            <a:t>Errores en el registro de información</a:t>
          </a:r>
          <a:endParaRPr lang="es-ES" sz="1900" kern="1200"/>
        </a:p>
      </dsp:txBody>
      <dsp:txXfrm>
        <a:off x="2845267" y="3235502"/>
        <a:ext cx="1265850" cy="1265850"/>
      </dsp:txXfrm>
    </dsp:sp>
    <dsp:sp modelId="{1B186658-C6C1-4919-BC10-57F7A8ECBCA8}">
      <dsp:nvSpPr>
        <dsp:cNvPr id="0" name=""/>
        <dsp:cNvSpPr/>
      </dsp:nvSpPr>
      <dsp:spPr>
        <a:xfrm rot="10800000">
          <a:off x="850869" y="3613326"/>
          <a:ext cx="1636959" cy="510201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A294EA3-BCB2-4D6D-A61A-3DD0AB47CDE0}">
      <dsp:nvSpPr>
        <dsp:cNvPr id="0" name=""/>
        <dsp:cNvSpPr/>
      </dsp:nvSpPr>
      <dsp:spPr>
        <a:xfrm>
          <a:off x="532" y="3188158"/>
          <a:ext cx="1700673" cy="136053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Errores de digitación por falta de validaciones automáticas.</a:t>
          </a:r>
          <a:endParaRPr lang="es-ES" sz="1700" b="1" kern="1200"/>
        </a:p>
      </dsp:txBody>
      <dsp:txXfrm>
        <a:off x="40381" y="3228007"/>
        <a:ext cx="1620975" cy="1280840"/>
      </dsp:txXfrm>
    </dsp:sp>
    <dsp:sp modelId="{F8A9059C-2313-419A-88D0-1FBA05F118F6}">
      <dsp:nvSpPr>
        <dsp:cNvPr id="0" name=""/>
        <dsp:cNvSpPr/>
      </dsp:nvSpPr>
      <dsp:spPr>
        <a:xfrm rot="13500000">
          <a:off x="1380667" y="2334281"/>
          <a:ext cx="1636959" cy="510201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6B65B91-EB09-4F07-B2DD-B652C64E00C5}">
      <dsp:nvSpPr>
        <dsp:cNvPr id="0" name=""/>
        <dsp:cNvSpPr/>
      </dsp:nvSpPr>
      <dsp:spPr>
        <a:xfrm>
          <a:off x="770057" y="1330360"/>
          <a:ext cx="1700673" cy="136053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Categorización incorrecta de gastos.</a:t>
          </a:r>
          <a:endParaRPr lang="es-ES" sz="1700" b="1" kern="1200"/>
        </a:p>
      </dsp:txBody>
      <dsp:txXfrm>
        <a:off x="809906" y="1370209"/>
        <a:ext cx="1620975" cy="1280840"/>
      </dsp:txXfrm>
    </dsp:sp>
    <dsp:sp modelId="{D3525694-C3F6-4FD4-AFC2-5817A473EE39}">
      <dsp:nvSpPr>
        <dsp:cNvPr id="0" name=""/>
        <dsp:cNvSpPr/>
      </dsp:nvSpPr>
      <dsp:spPr>
        <a:xfrm rot="16200000">
          <a:off x="2659712" y="1804483"/>
          <a:ext cx="1636959" cy="510201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EB644CF-097A-4999-A38B-0CFA9271D3DE}">
      <dsp:nvSpPr>
        <dsp:cNvPr id="0" name=""/>
        <dsp:cNvSpPr/>
      </dsp:nvSpPr>
      <dsp:spPr>
        <a:xfrm>
          <a:off x="2627855" y="560835"/>
          <a:ext cx="1700673" cy="136053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Ingreso de montos fuera de los topes permitidos.</a:t>
          </a:r>
          <a:endParaRPr lang="es-ES" sz="1700" b="1" kern="1200"/>
        </a:p>
      </dsp:txBody>
      <dsp:txXfrm>
        <a:off x="2667704" y="600684"/>
        <a:ext cx="1620975" cy="1280840"/>
      </dsp:txXfrm>
    </dsp:sp>
    <dsp:sp modelId="{DD5D16FC-C596-40FC-A265-C7FE7E9918FF}">
      <dsp:nvSpPr>
        <dsp:cNvPr id="0" name=""/>
        <dsp:cNvSpPr/>
      </dsp:nvSpPr>
      <dsp:spPr>
        <a:xfrm rot="18900000">
          <a:off x="3938758" y="2334281"/>
          <a:ext cx="1636959" cy="510201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C4EA7F6-0B2D-467B-91C5-FDC3E0584DD9}">
      <dsp:nvSpPr>
        <dsp:cNvPr id="0" name=""/>
        <dsp:cNvSpPr/>
      </dsp:nvSpPr>
      <dsp:spPr>
        <a:xfrm>
          <a:off x="4485654" y="1330360"/>
          <a:ext cx="1700673" cy="136053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Fechas inválidas o incoherentes.</a:t>
          </a:r>
          <a:endParaRPr lang="es-ES" sz="1700" b="1" kern="1200"/>
        </a:p>
      </dsp:txBody>
      <dsp:txXfrm>
        <a:off x="4525503" y="1370209"/>
        <a:ext cx="1620975" cy="1280840"/>
      </dsp:txXfrm>
    </dsp:sp>
    <dsp:sp modelId="{EF58EB63-52AB-4022-BF9E-63A5C0CDBF14}">
      <dsp:nvSpPr>
        <dsp:cNvPr id="0" name=""/>
        <dsp:cNvSpPr/>
      </dsp:nvSpPr>
      <dsp:spPr>
        <a:xfrm>
          <a:off x="4468556" y="3613326"/>
          <a:ext cx="1636959" cy="510201"/>
        </a:xfrm>
        <a:prstGeom prst="lef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59E03A9-4E53-4FA2-8CD0-E28279A571C1}">
      <dsp:nvSpPr>
        <dsp:cNvPr id="0" name=""/>
        <dsp:cNvSpPr/>
      </dsp:nvSpPr>
      <dsp:spPr>
        <a:xfrm>
          <a:off x="5255179" y="3188158"/>
          <a:ext cx="1700673" cy="136053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Olvido o ausencia de documentos sustentatorios.</a:t>
          </a:r>
          <a:endParaRPr lang="es-ES" sz="1700" b="1" kern="1200"/>
        </a:p>
      </dsp:txBody>
      <dsp:txXfrm>
        <a:off x="5295028" y="3228007"/>
        <a:ext cx="1620975" cy="12808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60B838-BDC6-4DE9-B450-7D6726CCA008}">
      <dsp:nvSpPr>
        <dsp:cNvPr id="0" name=""/>
        <dsp:cNvSpPr/>
      </dsp:nvSpPr>
      <dsp:spPr>
        <a:xfrm>
          <a:off x="2380387" y="2916758"/>
          <a:ext cx="2195609" cy="21956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500" b="1" kern="1200"/>
            <a:t>Falta de controles inmediatos</a:t>
          </a:r>
          <a:endParaRPr lang="es-ES" sz="2500" kern="1200"/>
        </a:p>
      </dsp:txBody>
      <dsp:txXfrm>
        <a:off x="2701926" y="3238297"/>
        <a:ext cx="1552531" cy="1552531"/>
      </dsp:txXfrm>
    </dsp:sp>
    <dsp:sp modelId="{6B13565C-3F00-474D-8BD3-C89AD9611C7D}">
      <dsp:nvSpPr>
        <dsp:cNvPr id="0" name=""/>
        <dsp:cNvSpPr/>
      </dsp:nvSpPr>
      <dsp:spPr>
        <a:xfrm rot="12900000">
          <a:off x="886918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58C3CE3-2D64-45D9-AAD1-4C873EDDBD08}">
      <dsp:nvSpPr>
        <dsp:cNvPr id="0" name=""/>
        <dsp:cNvSpPr/>
      </dsp:nvSpPr>
      <dsp:spPr>
        <a:xfrm>
          <a:off x="3834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Los errores no se detectan en el momento del registro.</a:t>
          </a:r>
          <a:endParaRPr lang="es-ES" sz="2000" kern="1200"/>
        </a:p>
      </dsp:txBody>
      <dsp:txXfrm>
        <a:off x="52707" y="1526589"/>
        <a:ext cx="1988082" cy="1570916"/>
      </dsp:txXfrm>
    </dsp:sp>
    <dsp:sp modelId="{C07154FE-E8EF-4824-A788-03BE2193BCDC}">
      <dsp:nvSpPr>
        <dsp:cNvPr id="0" name=""/>
        <dsp:cNvSpPr/>
      </dsp:nvSpPr>
      <dsp:spPr>
        <a:xfrm rot="16200000">
          <a:off x="2594409" y="1617226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B9221EE-7041-4FD3-9747-0CBFAF55F55A}">
      <dsp:nvSpPr>
        <dsp:cNvPr id="0" name=""/>
        <dsp:cNvSpPr/>
      </dsp:nvSpPr>
      <dsp:spPr>
        <a:xfrm>
          <a:off x="2435278" y="211986"/>
          <a:ext cx="2085828" cy="16686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La validación depende exclusivamente de la revisión manual posterior.</a:t>
          </a:r>
          <a:endParaRPr lang="es-ES" sz="2000" kern="1200"/>
        </a:p>
      </dsp:txBody>
      <dsp:txXfrm>
        <a:off x="2484151" y="260859"/>
        <a:ext cx="1988082" cy="1570916"/>
      </dsp:txXfrm>
    </dsp:sp>
    <dsp:sp modelId="{EF4B2596-C92A-484C-B12F-E6BF4E047F4D}">
      <dsp:nvSpPr>
        <dsp:cNvPr id="0" name=""/>
        <dsp:cNvSpPr/>
      </dsp:nvSpPr>
      <dsp:spPr>
        <a:xfrm rot="19500000">
          <a:off x="4301900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50719B8-E1D0-48AB-A91A-78241CC609A5}">
      <dsp:nvSpPr>
        <dsp:cNvPr id="0" name=""/>
        <dsp:cNvSpPr/>
      </dsp:nvSpPr>
      <dsp:spPr>
        <a:xfrm>
          <a:off x="4866722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No existe retroalimentación automática para guiar al usuario.</a:t>
          </a:r>
          <a:endParaRPr lang="es-ES" sz="2000" kern="1200"/>
        </a:p>
      </dsp:txBody>
      <dsp:txXfrm>
        <a:off x="4915595" y="1526589"/>
        <a:ext cx="1988082" cy="157091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FA70A4-6EBF-48C2-8193-DCB2F8D3017A}">
      <dsp:nvSpPr>
        <dsp:cNvPr id="0" name=""/>
        <dsp:cNvSpPr/>
      </dsp:nvSpPr>
      <dsp:spPr>
        <a:xfrm>
          <a:off x="2380387" y="2916758"/>
          <a:ext cx="2195609" cy="21956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500" b="1" kern="1200"/>
            <a:t>Reprocesos frecuentes</a:t>
          </a:r>
          <a:endParaRPr lang="es-ES" sz="2500" kern="1200"/>
        </a:p>
      </dsp:txBody>
      <dsp:txXfrm>
        <a:off x="2701926" y="3238297"/>
        <a:ext cx="1552531" cy="1552531"/>
      </dsp:txXfrm>
    </dsp:sp>
    <dsp:sp modelId="{CF5895FA-45D4-4495-90EA-F7B56AB193DE}">
      <dsp:nvSpPr>
        <dsp:cNvPr id="0" name=""/>
        <dsp:cNvSpPr/>
      </dsp:nvSpPr>
      <dsp:spPr>
        <a:xfrm rot="12900000">
          <a:off x="886918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2769070-7521-473A-AC46-8586475023E0}">
      <dsp:nvSpPr>
        <dsp:cNvPr id="0" name=""/>
        <dsp:cNvSpPr/>
      </dsp:nvSpPr>
      <dsp:spPr>
        <a:xfrm>
          <a:off x="3834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Las rendiciones son devueltas varias veces por observaciones.</a:t>
          </a:r>
          <a:endParaRPr lang="es-ES" sz="1700" kern="1200"/>
        </a:p>
      </dsp:txBody>
      <dsp:txXfrm>
        <a:off x="52707" y="1526589"/>
        <a:ext cx="1988082" cy="1570916"/>
      </dsp:txXfrm>
    </dsp:sp>
    <dsp:sp modelId="{6DE26C82-9024-4A7B-A6CF-488B3CFEC088}">
      <dsp:nvSpPr>
        <dsp:cNvPr id="0" name=""/>
        <dsp:cNvSpPr/>
      </dsp:nvSpPr>
      <dsp:spPr>
        <a:xfrm rot="16200000">
          <a:off x="2594409" y="1617226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5F7572E-AA99-4359-A5C3-520C7432679C}">
      <dsp:nvSpPr>
        <dsp:cNvPr id="0" name=""/>
        <dsp:cNvSpPr/>
      </dsp:nvSpPr>
      <dsp:spPr>
        <a:xfrm>
          <a:off x="2435278" y="211986"/>
          <a:ext cx="2085828" cy="16686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El personal operativo debe corregir información repetidamente.</a:t>
          </a:r>
          <a:endParaRPr lang="es-ES" sz="1700" kern="1200"/>
        </a:p>
      </dsp:txBody>
      <dsp:txXfrm>
        <a:off x="2484151" y="260859"/>
        <a:ext cx="1988082" cy="1570916"/>
      </dsp:txXfrm>
    </dsp:sp>
    <dsp:sp modelId="{1816873B-055C-4BFD-B64A-7D1BD57BAF1F}">
      <dsp:nvSpPr>
        <dsp:cNvPr id="0" name=""/>
        <dsp:cNvSpPr/>
      </dsp:nvSpPr>
      <dsp:spPr>
        <a:xfrm rot="19500000">
          <a:off x="4301900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84917E1-F809-474B-A478-5B83BF9B55AB}">
      <dsp:nvSpPr>
        <dsp:cNvPr id="0" name=""/>
        <dsp:cNvSpPr/>
      </dsp:nvSpPr>
      <dsp:spPr>
        <a:xfrm>
          <a:off x="4866722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El personal administrativo dedica demasiado tiempo a revisar y reenviar observaciones.</a:t>
          </a:r>
          <a:endParaRPr lang="es-ES" sz="1700" kern="1200"/>
        </a:p>
      </dsp:txBody>
      <dsp:txXfrm>
        <a:off x="4915595" y="1526589"/>
        <a:ext cx="1988082" cy="157091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E0FB3-F2E7-426A-A339-FBAF3CEEAC52}">
      <dsp:nvSpPr>
        <dsp:cNvPr id="0" name=""/>
        <dsp:cNvSpPr/>
      </dsp:nvSpPr>
      <dsp:spPr>
        <a:xfrm>
          <a:off x="2380387" y="2916758"/>
          <a:ext cx="2195609" cy="21956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600" b="1" kern="1200"/>
            <a:t>Sobrecarga de trabajo</a:t>
          </a:r>
          <a:endParaRPr lang="es-ES" sz="2600" kern="1200"/>
        </a:p>
      </dsp:txBody>
      <dsp:txXfrm>
        <a:off x="2701926" y="3238297"/>
        <a:ext cx="1552531" cy="1552531"/>
      </dsp:txXfrm>
    </dsp:sp>
    <dsp:sp modelId="{A96670DA-2331-4AAA-BCA1-0EB1254055FD}">
      <dsp:nvSpPr>
        <dsp:cNvPr id="0" name=""/>
        <dsp:cNvSpPr/>
      </dsp:nvSpPr>
      <dsp:spPr>
        <a:xfrm rot="12900000">
          <a:off x="886918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B806691-DCBD-4383-9AAE-2E93A4EB9547}">
      <dsp:nvSpPr>
        <dsp:cNvPr id="0" name=""/>
        <dsp:cNvSpPr/>
      </dsp:nvSpPr>
      <dsp:spPr>
        <a:xfrm>
          <a:off x="3834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El equipo administrativo se satura por la revisión detallada y manual.</a:t>
          </a:r>
          <a:endParaRPr lang="es-ES" sz="2000" kern="1200"/>
        </a:p>
      </dsp:txBody>
      <dsp:txXfrm>
        <a:off x="52707" y="1526589"/>
        <a:ext cx="1988082" cy="1570916"/>
      </dsp:txXfrm>
    </dsp:sp>
    <dsp:sp modelId="{112D995F-1184-4123-BDB7-81183621FF5C}">
      <dsp:nvSpPr>
        <dsp:cNvPr id="0" name=""/>
        <dsp:cNvSpPr/>
      </dsp:nvSpPr>
      <dsp:spPr>
        <a:xfrm rot="16200000">
          <a:off x="2594409" y="1617226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F6871A5-8799-45DE-A7E7-5589FE1BD38A}">
      <dsp:nvSpPr>
        <dsp:cNvPr id="0" name=""/>
        <dsp:cNvSpPr/>
      </dsp:nvSpPr>
      <dsp:spPr>
        <a:xfrm>
          <a:off x="2435278" y="211986"/>
          <a:ext cx="2085828" cy="16686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Se genera retraso en la aprobación de rendiciones.</a:t>
          </a:r>
          <a:endParaRPr lang="es-ES" sz="2000" kern="1200"/>
        </a:p>
      </dsp:txBody>
      <dsp:txXfrm>
        <a:off x="2484151" y="260859"/>
        <a:ext cx="1988082" cy="1570916"/>
      </dsp:txXfrm>
    </dsp:sp>
    <dsp:sp modelId="{351289A8-673D-41ED-80AD-6A87A6A75A84}">
      <dsp:nvSpPr>
        <dsp:cNvPr id="0" name=""/>
        <dsp:cNvSpPr/>
      </dsp:nvSpPr>
      <dsp:spPr>
        <a:xfrm rot="19500000">
          <a:off x="4301900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557B5BB-ACCE-4608-8DD2-CC91D53936E4}">
      <dsp:nvSpPr>
        <dsp:cNvPr id="0" name=""/>
        <dsp:cNvSpPr/>
      </dsp:nvSpPr>
      <dsp:spPr>
        <a:xfrm>
          <a:off x="4866722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Se afecta la continuidad de los procesos internos.</a:t>
          </a:r>
          <a:endParaRPr lang="es-ES" sz="2000" kern="1200"/>
        </a:p>
      </dsp:txBody>
      <dsp:txXfrm>
        <a:off x="4915595" y="1526589"/>
        <a:ext cx="1988082" cy="157091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A0193F-3B54-4073-ABB5-76DB58AA413C}">
      <dsp:nvSpPr>
        <dsp:cNvPr id="0" name=""/>
        <dsp:cNvSpPr/>
      </dsp:nvSpPr>
      <dsp:spPr>
        <a:xfrm>
          <a:off x="2380387" y="2282173"/>
          <a:ext cx="2195609" cy="21956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200" b="1" kern="1200"/>
            <a:t>Falta de trazabilidad y organización</a:t>
          </a:r>
          <a:endParaRPr lang="es-ES" sz="2200" kern="1200"/>
        </a:p>
      </dsp:txBody>
      <dsp:txXfrm>
        <a:off x="2701926" y="2603712"/>
        <a:ext cx="1552531" cy="1552531"/>
      </dsp:txXfrm>
    </dsp:sp>
    <dsp:sp modelId="{8E79C489-41EF-404E-8865-2EAB1C1EB76E}">
      <dsp:nvSpPr>
        <dsp:cNvPr id="0" name=""/>
        <dsp:cNvSpPr/>
      </dsp:nvSpPr>
      <dsp:spPr>
        <a:xfrm rot="12900000">
          <a:off x="892342" y="1873320"/>
          <a:ext cx="1761899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ABBD93B-3F6B-47CD-B4F9-EDADA78CDEE6}">
      <dsp:nvSpPr>
        <dsp:cNvPr id="0" name=""/>
        <dsp:cNvSpPr/>
      </dsp:nvSpPr>
      <dsp:spPr>
        <a:xfrm>
          <a:off x="8746" y="846571"/>
          <a:ext cx="2085828" cy="16686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No existe un historial claro de correcciones o cambios realizados.</a:t>
          </a:r>
          <a:endParaRPr lang="es-ES" sz="2100" kern="1200"/>
        </a:p>
      </dsp:txBody>
      <dsp:txXfrm>
        <a:off x="57619" y="895444"/>
        <a:ext cx="1988082" cy="1570916"/>
      </dsp:txXfrm>
    </dsp:sp>
    <dsp:sp modelId="{409045B6-8482-4E86-B61D-D0E28DEDFAFC}">
      <dsp:nvSpPr>
        <dsp:cNvPr id="0" name=""/>
        <dsp:cNvSpPr/>
      </dsp:nvSpPr>
      <dsp:spPr>
        <a:xfrm rot="19500000">
          <a:off x="4302142" y="1873320"/>
          <a:ext cx="1761899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8C46FE5-E287-417F-864A-3F3041604F6C}">
      <dsp:nvSpPr>
        <dsp:cNvPr id="0" name=""/>
        <dsp:cNvSpPr/>
      </dsp:nvSpPr>
      <dsp:spPr>
        <a:xfrm>
          <a:off x="4861810" y="846571"/>
          <a:ext cx="2085828" cy="16686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Es difícil identificar dónde se originó un error o en qué etapa ocurrió.</a:t>
          </a:r>
          <a:endParaRPr lang="es-ES" sz="2100" kern="1200"/>
        </a:p>
      </dsp:txBody>
      <dsp:txXfrm>
        <a:off x="4910683" y="895444"/>
        <a:ext cx="1988082" cy="157091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C1CF7-0014-4DCF-8DFE-2654978B5C90}">
      <dsp:nvSpPr>
        <dsp:cNvPr id="0" name=""/>
        <dsp:cNvSpPr/>
      </dsp:nvSpPr>
      <dsp:spPr>
        <a:xfrm>
          <a:off x="2380387" y="2916758"/>
          <a:ext cx="2195609" cy="21956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Riesgos de inconsistencia</a:t>
          </a:r>
          <a:endParaRPr lang="es-ES" sz="2000" kern="1200"/>
        </a:p>
      </dsp:txBody>
      <dsp:txXfrm>
        <a:off x="2701926" y="3238297"/>
        <a:ext cx="1552531" cy="1552531"/>
      </dsp:txXfrm>
    </dsp:sp>
    <dsp:sp modelId="{A2A58C60-2F08-45BA-BEB0-EBEA66442917}">
      <dsp:nvSpPr>
        <dsp:cNvPr id="0" name=""/>
        <dsp:cNvSpPr/>
      </dsp:nvSpPr>
      <dsp:spPr>
        <a:xfrm rot="12900000">
          <a:off x="886918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37EBAB4-6657-44F2-8424-232D4CD98FEF}">
      <dsp:nvSpPr>
        <dsp:cNvPr id="0" name=""/>
        <dsp:cNvSpPr/>
      </dsp:nvSpPr>
      <dsp:spPr>
        <a:xfrm>
          <a:off x="3834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Los cálculos manuales pueden contener fallas aritméticas.</a:t>
          </a:r>
          <a:endParaRPr lang="es-ES" sz="2100" kern="1200"/>
        </a:p>
      </dsp:txBody>
      <dsp:txXfrm>
        <a:off x="52707" y="1526589"/>
        <a:ext cx="1988082" cy="1570916"/>
      </dsp:txXfrm>
    </dsp:sp>
    <dsp:sp modelId="{0B2F9B42-2F61-4773-A6CE-CABA0ACE1CD1}">
      <dsp:nvSpPr>
        <dsp:cNvPr id="0" name=""/>
        <dsp:cNvSpPr/>
      </dsp:nvSpPr>
      <dsp:spPr>
        <a:xfrm rot="16200000">
          <a:off x="2594409" y="1617226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DFFC75C-134A-4279-99ED-B0B46C716B0D}">
      <dsp:nvSpPr>
        <dsp:cNvPr id="0" name=""/>
        <dsp:cNvSpPr/>
      </dsp:nvSpPr>
      <dsp:spPr>
        <a:xfrm>
          <a:off x="2435278" y="211986"/>
          <a:ext cx="2085828" cy="16686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La información no sigue un formato unificado.</a:t>
          </a:r>
          <a:endParaRPr lang="es-ES" sz="2100" kern="1200"/>
        </a:p>
      </dsp:txBody>
      <dsp:txXfrm>
        <a:off x="2484151" y="260859"/>
        <a:ext cx="1988082" cy="1570916"/>
      </dsp:txXfrm>
    </dsp:sp>
    <dsp:sp modelId="{8E4765EC-35CE-4EE8-B5C8-93B7593A4B96}">
      <dsp:nvSpPr>
        <dsp:cNvPr id="0" name=""/>
        <dsp:cNvSpPr/>
      </dsp:nvSpPr>
      <dsp:spPr>
        <a:xfrm rot="19500000">
          <a:off x="4301900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82CFE8C-9BF0-4474-893D-FC6F720C107D}">
      <dsp:nvSpPr>
        <dsp:cNvPr id="0" name=""/>
        <dsp:cNvSpPr/>
      </dsp:nvSpPr>
      <dsp:spPr>
        <a:xfrm>
          <a:off x="4866722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Existe riesgo de duplicación o pérdida de datos.</a:t>
          </a:r>
          <a:endParaRPr lang="es-ES" sz="2100" kern="1200"/>
        </a:p>
      </dsp:txBody>
      <dsp:txXfrm>
        <a:off x="4915595" y="1526589"/>
        <a:ext cx="1988082" cy="157091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4610D4-25BF-4C88-9744-14EF87FF2F3C}">
      <dsp:nvSpPr>
        <dsp:cNvPr id="0" name=""/>
        <dsp:cNvSpPr/>
      </dsp:nvSpPr>
      <dsp:spPr>
        <a:xfrm>
          <a:off x="2380387" y="2916758"/>
          <a:ext cx="2195609" cy="21956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300" b="1" kern="1200"/>
            <a:t>Limitaciones tecnológicas</a:t>
          </a:r>
          <a:endParaRPr lang="es-ES" sz="2300" kern="1200"/>
        </a:p>
      </dsp:txBody>
      <dsp:txXfrm>
        <a:off x="2701926" y="3238297"/>
        <a:ext cx="1552531" cy="1552531"/>
      </dsp:txXfrm>
    </dsp:sp>
    <dsp:sp modelId="{900F7AAC-9A42-430C-8C9E-5B2D99FA46EF}">
      <dsp:nvSpPr>
        <dsp:cNvPr id="0" name=""/>
        <dsp:cNvSpPr/>
      </dsp:nvSpPr>
      <dsp:spPr>
        <a:xfrm rot="12900000">
          <a:off x="886918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F2ABB-CC32-4297-868D-C74CC28BCCF9}">
      <dsp:nvSpPr>
        <dsp:cNvPr id="0" name=""/>
        <dsp:cNvSpPr/>
      </dsp:nvSpPr>
      <dsp:spPr>
        <a:xfrm>
          <a:off x="3834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Dependencia de plantillas, documentos físicos o archivos dispersos.</a:t>
          </a:r>
          <a:endParaRPr lang="es-ES" sz="2100" kern="1200"/>
        </a:p>
      </dsp:txBody>
      <dsp:txXfrm>
        <a:off x="52707" y="1526589"/>
        <a:ext cx="1988082" cy="1570916"/>
      </dsp:txXfrm>
    </dsp:sp>
    <dsp:sp modelId="{D765E1E6-B891-4C78-83A0-4BC3B703DC15}">
      <dsp:nvSpPr>
        <dsp:cNvPr id="0" name=""/>
        <dsp:cNvSpPr/>
      </dsp:nvSpPr>
      <dsp:spPr>
        <a:xfrm rot="16200000">
          <a:off x="2594409" y="1617226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DEE7C-9E42-473D-AC20-72E25A4273E7}">
      <dsp:nvSpPr>
        <dsp:cNvPr id="0" name=""/>
        <dsp:cNvSpPr/>
      </dsp:nvSpPr>
      <dsp:spPr>
        <a:xfrm>
          <a:off x="2435278" y="211986"/>
          <a:ext cx="2085828" cy="16686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Procesos no integrados ni centralizados.</a:t>
          </a:r>
          <a:endParaRPr lang="es-ES" sz="2100" kern="1200"/>
        </a:p>
      </dsp:txBody>
      <dsp:txXfrm>
        <a:off x="2484151" y="260859"/>
        <a:ext cx="1988082" cy="1570916"/>
      </dsp:txXfrm>
    </dsp:sp>
    <dsp:sp modelId="{50352885-30DF-498C-8672-9CC094CA324E}">
      <dsp:nvSpPr>
        <dsp:cNvPr id="0" name=""/>
        <dsp:cNvSpPr/>
      </dsp:nvSpPr>
      <dsp:spPr>
        <a:xfrm rot="19500000">
          <a:off x="4301900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D8D434-2E51-45EB-8E30-E69029F65BAD}">
      <dsp:nvSpPr>
        <dsp:cNvPr id="0" name=""/>
        <dsp:cNvSpPr/>
      </dsp:nvSpPr>
      <dsp:spPr>
        <a:xfrm>
          <a:off x="4866722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El sistema actual no permite automatización ni controles inteligentes.</a:t>
          </a:r>
          <a:endParaRPr lang="es-ES" sz="2100" kern="1200"/>
        </a:p>
      </dsp:txBody>
      <dsp:txXfrm>
        <a:off x="4915595" y="1526589"/>
        <a:ext cx="1988082" cy="157091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66D5BB-140C-4AF3-BDC4-2A41BD3503CB}">
      <dsp:nvSpPr>
        <dsp:cNvPr id="0" name=""/>
        <dsp:cNvSpPr/>
      </dsp:nvSpPr>
      <dsp:spPr>
        <a:xfrm>
          <a:off x="2527124" y="1456"/>
          <a:ext cx="1902136" cy="12363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Retrasos constantes en la rendición de cuentas.</a:t>
          </a:r>
          <a:endParaRPr lang="es-ES" sz="1600" b="1" kern="1200"/>
        </a:p>
      </dsp:txBody>
      <dsp:txXfrm>
        <a:off x="2587479" y="61811"/>
        <a:ext cx="1781426" cy="1115678"/>
      </dsp:txXfrm>
    </dsp:sp>
    <dsp:sp modelId="{4569993F-87F0-4077-BFAF-37365F9EF5DB}">
      <dsp:nvSpPr>
        <dsp:cNvPr id="0" name=""/>
        <dsp:cNvSpPr/>
      </dsp:nvSpPr>
      <dsp:spPr>
        <a:xfrm>
          <a:off x="1435666" y="619650"/>
          <a:ext cx="4085052" cy="4085052"/>
        </a:xfrm>
        <a:custGeom>
          <a:avLst/>
          <a:gdLst/>
          <a:ahLst/>
          <a:cxnLst/>
          <a:rect l="0" t="0" r="0" b="0"/>
          <a:pathLst>
            <a:path>
              <a:moveTo>
                <a:pt x="3256134" y="399641"/>
              </a:moveTo>
              <a:arcTo wR="2042526" hR="2042526" stAng="18387210" swAng="1633601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9DC4C4-F2A3-4374-B97F-AB878E2E2F59}">
      <dsp:nvSpPr>
        <dsp:cNvPr id="0" name=""/>
        <dsp:cNvSpPr/>
      </dsp:nvSpPr>
      <dsp:spPr>
        <a:xfrm>
          <a:off x="4569650" y="2043982"/>
          <a:ext cx="1902136" cy="123638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Aumento de la carga laboral administrativa.</a:t>
          </a:r>
          <a:endParaRPr lang="es-ES" sz="1600" b="1" kern="1200"/>
        </a:p>
      </dsp:txBody>
      <dsp:txXfrm>
        <a:off x="4630005" y="2104337"/>
        <a:ext cx="1781426" cy="1115678"/>
      </dsp:txXfrm>
    </dsp:sp>
    <dsp:sp modelId="{448CFB4E-9785-40F7-BAFD-D3D2419A897C}">
      <dsp:nvSpPr>
        <dsp:cNvPr id="0" name=""/>
        <dsp:cNvSpPr/>
      </dsp:nvSpPr>
      <dsp:spPr>
        <a:xfrm>
          <a:off x="1435666" y="619650"/>
          <a:ext cx="4085052" cy="4085052"/>
        </a:xfrm>
        <a:custGeom>
          <a:avLst/>
          <a:gdLst/>
          <a:ahLst/>
          <a:cxnLst/>
          <a:rect l="0" t="0" r="0" b="0"/>
          <a:pathLst>
            <a:path>
              <a:moveTo>
                <a:pt x="3873309" y="2948143"/>
              </a:moveTo>
              <a:arcTo wR="2042526" hR="2042526" stAng="1579189" swAng="1633601"/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756BDE-5EFE-4D9A-AAC4-EEFF4EFB704D}">
      <dsp:nvSpPr>
        <dsp:cNvPr id="0" name=""/>
        <dsp:cNvSpPr/>
      </dsp:nvSpPr>
      <dsp:spPr>
        <a:xfrm>
          <a:off x="2527124" y="4086508"/>
          <a:ext cx="1902136" cy="123638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Frustración y pérdida de tiempo del personal operativo.</a:t>
          </a:r>
          <a:endParaRPr lang="es-ES" sz="1600" b="1" kern="1200"/>
        </a:p>
      </dsp:txBody>
      <dsp:txXfrm>
        <a:off x="2587479" y="4146863"/>
        <a:ext cx="1781426" cy="1115678"/>
      </dsp:txXfrm>
    </dsp:sp>
    <dsp:sp modelId="{210A95E2-7BBC-435D-BC4C-637C10EB1BF8}">
      <dsp:nvSpPr>
        <dsp:cNvPr id="0" name=""/>
        <dsp:cNvSpPr/>
      </dsp:nvSpPr>
      <dsp:spPr>
        <a:xfrm>
          <a:off x="1435666" y="619650"/>
          <a:ext cx="4085052" cy="4085052"/>
        </a:xfrm>
        <a:custGeom>
          <a:avLst/>
          <a:gdLst/>
          <a:ahLst/>
          <a:cxnLst/>
          <a:rect l="0" t="0" r="0" b="0"/>
          <a:pathLst>
            <a:path>
              <a:moveTo>
                <a:pt x="828918" y="3685410"/>
              </a:moveTo>
              <a:arcTo wR="2042526" hR="2042526" stAng="7587210" swAng="1633601"/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49B0E0-945D-4F55-B6D7-48AD30CCA9D6}">
      <dsp:nvSpPr>
        <dsp:cNvPr id="0" name=""/>
        <dsp:cNvSpPr/>
      </dsp:nvSpPr>
      <dsp:spPr>
        <a:xfrm>
          <a:off x="484598" y="2043982"/>
          <a:ext cx="1902136" cy="123638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Dificultad para la toma oportuna de decisiones.</a:t>
          </a:r>
          <a:endParaRPr lang="es-ES" sz="1600" b="1" kern="1200"/>
        </a:p>
      </dsp:txBody>
      <dsp:txXfrm>
        <a:off x="544953" y="2104337"/>
        <a:ext cx="1781426" cy="1115678"/>
      </dsp:txXfrm>
    </dsp:sp>
    <dsp:sp modelId="{10C2FAE3-571A-4A8F-AA5B-5AAE4CBBC3F5}">
      <dsp:nvSpPr>
        <dsp:cNvPr id="0" name=""/>
        <dsp:cNvSpPr/>
      </dsp:nvSpPr>
      <dsp:spPr>
        <a:xfrm>
          <a:off x="1435666" y="619650"/>
          <a:ext cx="4085052" cy="4085052"/>
        </a:xfrm>
        <a:custGeom>
          <a:avLst/>
          <a:gdLst/>
          <a:ahLst/>
          <a:cxnLst/>
          <a:rect l="0" t="0" r="0" b="0"/>
          <a:pathLst>
            <a:path>
              <a:moveTo>
                <a:pt x="211742" y="1136908"/>
              </a:moveTo>
              <a:arcTo wR="2042526" hR="2042526" stAng="12379189" swAng="1633601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0909E7-0215-4223-BE15-788B4CED8449}">
      <dsp:nvSpPr>
        <dsp:cNvPr id="0" name=""/>
        <dsp:cNvSpPr/>
      </dsp:nvSpPr>
      <dsp:spPr>
        <a:xfrm>
          <a:off x="801052" y="0"/>
          <a:ext cx="9078594" cy="5075338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4B2363-7041-4B25-8115-26B8805B7463}">
      <dsp:nvSpPr>
        <dsp:cNvPr id="0" name=""/>
        <dsp:cNvSpPr/>
      </dsp:nvSpPr>
      <dsp:spPr>
        <a:xfrm>
          <a:off x="4693" y="1522601"/>
          <a:ext cx="2052175" cy="20301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b="1" kern="1200"/>
            <a:t>Reducción de errores mediante validaciones automáticas.</a:t>
          </a:r>
          <a:endParaRPr lang="es-ES" sz="1900" b="1" kern="1200"/>
        </a:p>
      </dsp:txBody>
      <dsp:txXfrm>
        <a:off x="103796" y="1621704"/>
        <a:ext cx="1853969" cy="1831929"/>
      </dsp:txXfrm>
    </dsp:sp>
    <dsp:sp modelId="{84B3A971-9382-4B06-808E-2E3914EFFABE}">
      <dsp:nvSpPr>
        <dsp:cNvPr id="0" name=""/>
        <dsp:cNvSpPr/>
      </dsp:nvSpPr>
      <dsp:spPr>
        <a:xfrm>
          <a:off x="2159477" y="1522601"/>
          <a:ext cx="2052175" cy="203013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b="1" kern="1200"/>
            <a:t>Aceleración del ciclo de rendición de cuentas.</a:t>
          </a:r>
          <a:endParaRPr lang="es-ES" sz="1900" b="1" kern="1200"/>
        </a:p>
      </dsp:txBody>
      <dsp:txXfrm>
        <a:off x="2258580" y="1621704"/>
        <a:ext cx="1853969" cy="1831929"/>
      </dsp:txXfrm>
    </dsp:sp>
    <dsp:sp modelId="{4BAF453F-B1C9-4E77-B74A-FE9FAC3B6831}">
      <dsp:nvSpPr>
        <dsp:cNvPr id="0" name=""/>
        <dsp:cNvSpPr/>
      </dsp:nvSpPr>
      <dsp:spPr>
        <a:xfrm>
          <a:off x="4314261" y="1522601"/>
          <a:ext cx="2052175" cy="20301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b="1" kern="1200"/>
            <a:t>Optimización de la carga del personal administrativo.</a:t>
          </a:r>
          <a:endParaRPr lang="es-ES" sz="1900" b="1" kern="1200"/>
        </a:p>
      </dsp:txBody>
      <dsp:txXfrm>
        <a:off x="4413364" y="1621704"/>
        <a:ext cx="1853969" cy="1831929"/>
      </dsp:txXfrm>
    </dsp:sp>
    <dsp:sp modelId="{D0248930-5E10-4D0E-A791-90AE0E82E2DF}">
      <dsp:nvSpPr>
        <dsp:cNvPr id="0" name=""/>
        <dsp:cNvSpPr/>
      </dsp:nvSpPr>
      <dsp:spPr>
        <a:xfrm>
          <a:off x="6469045" y="1522601"/>
          <a:ext cx="2052175" cy="20301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b="1" kern="1200"/>
            <a:t>Mayor trazabilidad, transparencia y estandarización.</a:t>
          </a:r>
          <a:endParaRPr lang="es-ES" sz="1900" b="1" kern="1200"/>
        </a:p>
      </dsp:txBody>
      <dsp:txXfrm>
        <a:off x="6568148" y="1621704"/>
        <a:ext cx="1853969" cy="1831929"/>
      </dsp:txXfrm>
    </dsp:sp>
    <dsp:sp modelId="{D65DDCBC-0AC0-4545-8DEA-885941864F8A}">
      <dsp:nvSpPr>
        <dsp:cNvPr id="0" name=""/>
        <dsp:cNvSpPr/>
      </dsp:nvSpPr>
      <dsp:spPr>
        <a:xfrm>
          <a:off x="8623830" y="1522601"/>
          <a:ext cx="2052175" cy="203013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b="1" kern="1200" dirty="0"/>
            <a:t>Menor reproceso y mayor satisfacción del personal.</a:t>
          </a:r>
          <a:endParaRPr lang="es-ES" sz="1900" b="1" kern="1200" dirty="0"/>
        </a:p>
      </dsp:txBody>
      <dsp:txXfrm>
        <a:off x="8722933" y="1621704"/>
        <a:ext cx="1853969" cy="183192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31562E-009A-4AF7-A2CB-604553DF2523}">
      <dsp:nvSpPr>
        <dsp:cNvPr id="0" name=""/>
        <dsp:cNvSpPr/>
      </dsp:nvSpPr>
      <dsp:spPr>
        <a:xfrm>
          <a:off x="801052" y="0"/>
          <a:ext cx="9078594" cy="5075338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78720-FB48-49AC-AD00-A1B5934FBBCF}">
      <dsp:nvSpPr>
        <dsp:cNvPr id="0" name=""/>
        <dsp:cNvSpPr/>
      </dsp:nvSpPr>
      <dsp:spPr>
        <a:xfrm>
          <a:off x="5345" y="1522601"/>
          <a:ext cx="2571086" cy="20301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300" b="1" kern="1200"/>
            <a:t>Sostenibilidad operativa y mejora continua de la calidad de datos.</a:t>
          </a:r>
          <a:endParaRPr lang="es-ES" sz="2300" kern="1200"/>
        </a:p>
      </dsp:txBody>
      <dsp:txXfrm>
        <a:off x="104448" y="1621704"/>
        <a:ext cx="2372880" cy="1831929"/>
      </dsp:txXfrm>
    </dsp:sp>
    <dsp:sp modelId="{74811EF4-73E7-4694-AB87-4248FE7E95B7}">
      <dsp:nvSpPr>
        <dsp:cNvPr id="0" name=""/>
        <dsp:cNvSpPr/>
      </dsp:nvSpPr>
      <dsp:spPr>
        <a:xfrm>
          <a:off x="2704986" y="1522601"/>
          <a:ext cx="2571086" cy="203013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300" b="1" kern="1200"/>
            <a:t>Ahorro económico en tiempos y costos administrativos.</a:t>
          </a:r>
          <a:endParaRPr lang="es-ES" sz="2300" kern="1200"/>
        </a:p>
      </dsp:txBody>
      <dsp:txXfrm>
        <a:off x="2804089" y="1621704"/>
        <a:ext cx="2372880" cy="1831929"/>
      </dsp:txXfrm>
    </dsp:sp>
    <dsp:sp modelId="{6884EBC9-AC50-4E66-9C1A-407D30DECADF}">
      <dsp:nvSpPr>
        <dsp:cNvPr id="0" name=""/>
        <dsp:cNvSpPr/>
      </dsp:nvSpPr>
      <dsp:spPr>
        <a:xfrm>
          <a:off x="5404626" y="1522601"/>
          <a:ext cx="2571086" cy="20301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300" b="1" kern="1200"/>
            <a:t>Fortalecimiento de la cultura digital institucional.</a:t>
          </a:r>
          <a:endParaRPr lang="es-ES" sz="2300" kern="1200"/>
        </a:p>
      </dsp:txBody>
      <dsp:txXfrm>
        <a:off x="5503729" y="1621704"/>
        <a:ext cx="2372880" cy="1831929"/>
      </dsp:txXfrm>
    </dsp:sp>
    <dsp:sp modelId="{DB73F2F2-FB3B-4253-8F7C-70C6291E274F}">
      <dsp:nvSpPr>
        <dsp:cNvPr id="0" name=""/>
        <dsp:cNvSpPr/>
      </dsp:nvSpPr>
      <dsp:spPr>
        <a:xfrm>
          <a:off x="8104267" y="1522601"/>
          <a:ext cx="2571086" cy="20301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300" b="1" kern="1200"/>
            <a:t>Mayor confiabilidad y posicionamiento del INEI como entidad moderna</a:t>
          </a:r>
          <a:r>
            <a:rPr lang="es-PE" sz="2300" kern="1200"/>
            <a:t>.</a:t>
          </a:r>
          <a:endParaRPr lang="es-ES" sz="2300" kern="1200"/>
        </a:p>
      </dsp:txBody>
      <dsp:txXfrm>
        <a:off x="8203370" y="1621704"/>
        <a:ext cx="2372880" cy="183192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7C84CF-B8C5-4E2C-9958-10695DFCE820}">
      <dsp:nvSpPr>
        <dsp:cNvPr id="0" name=""/>
        <dsp:cNvSpPr/>
      </dsp:nvSpPr>
      <dsp:spPr>
        <a:xfrm>
          <a:off x="4650736" y="1827"/>
          <a:ext cx="2010532" cy="13068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Transformación del proceso: de manual a digital y automatizado.</a:t>
          </a:r>
          <a:endParaRPr lang="es-ES" sz="1600" kern="1200"/>
        </a:p>
      </dsp:txBody>
      <dsp:txXfrm>
        <a:off x="4714531" y="65622"/>
        <a:ext cx="1882942" cy="1179255"/>
      </dsp:txXfrm>
    </dsp:sp>
    <dsp:sp modelId="{9EE8EC9E-8AF5-40CE-974E-660D15A0329A}">
      <dsp:nvSpPr>
        <dsp:cNvPr id="0" name=""/>
        <dsp:cNvSpPr/>
      </dsp:nvSpPr>
      <dsp:spPr>
        <a:xfrm>
          <a:off x="3494184" y="655250"/>
          <a:ext cx="4323636" cy="4323636"/>
        </a:xfrm>
        <a:custGeom>
          <a:avLst/>
          <a:gdLst/>
          <a:ahLst/>
          <a:cxnLst/>
          <a:rect l="0" t="0" r="0" b="0"/>
          <a:pathLst>
            <a:path>
              <a:moveTo>
                <a:pt x="3181609" y="255648"/>
              </a:moveTo>
              <a:arcTo wR="2161818" hR="2161818" stAng="17888793" swAng="2629474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CD72A1-F957-4F99-86AB-0016A2FA8AB7}">
      <dsp:nvSpPr>
        <dsp:cNvPr id="0" name=""/>
        <dsp:cNvSpPr/>
      </dsp:nvSpPr>
      <dsp:spPr>
        <a:xfrm>
          <a:off x="6812554" y="2163646"/>
          <a:ext cx="2010532" cy="130684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Mayor eficiencia en registro, revisión y aprobación.</a:t>
          </a:r>
          <a:endParaRPr lang="es-ES" sz="1600" kern="1200"/>
        </a:p>
      </dsp:txBody>
      <dsp:txXfrm>
        <a:off x="6876349" y="2227441"/>
        <a:ext cx="1882942" cy="1179255"/>
      </dsp:txXfrm>
    </dsp:sp>
    <dsp:sp modelId="{8ADC9C17-4BFE-4944-A91C-D70738D05EAC}">
      <dsp:nvSpPr>
        <dsp:cNvPr id="0" name=""/>
        <dsp:cNvSpPr/>
      </dsp:nvSpPr>
      <dsp:spPr>
        <a:xfrm>
          <a:off x="3494184" y="655250"/>
          <a:ext cx="4323636" cy="4323636"/>
        </a:xfrm>
        <a:custGeom>
          <a:avLst/>
          <a:gdLst/>
          <a:ahLst/>
          <a:cxnLst/>
          <a:rect l="0" t="0" r="0" b="0"/>
          <a:pathLst>
            <a:path>
              <a:moveTo>
                <a:pt x="4217492" y="2830893"/>
              </a:moveTo>
              <a:arcTo wR="2161818" hR="2161818" stAng="1081733" swAng="2629474"/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775DCE-3448-4398-9D08-2C1F2135E742}">
      <dsp:nvSpPr>
        <dsp:cNvPr id="0" name=""/>
        <dsp:cNvSpPr/>
      </dsp:nvSpPr>
      <dsp:spPr>
        <a:xfrm>
          <a:off x="4650736" y="4325464"/>
          <a:ext cx="2010532" cy="130684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Mejora significativa en la calidad y confiabilidad de los datos.</a:t>
          </a:r>
          <a:endParaRPr lang="es-ES" sz="1600" kern="1200"/>
        </a:p>
      </dsp:txBody>
      <dsp:txXfrm>
        <a:off x="4714531" y="4389259"/>
        <a:ext cx="1882942" cy="1179255"/>
      </dsp:txXfrm>
    </dsp:sp>
    <dsp:sp modelId="{D52E4040-FF21-4F61-95B4-7F8AC57F46D0}">
      <dsp:nvSpPr>
        <dsp:cNvPr id="0" name=""/>
        <dsp:cNvSpPr/>
      </dsp:nvSpPr>
      <dsp:spPr>
        <a:xfrm>
          <a:off x="3494184" y="655250"/>
          <a:ext cx="4323636" cy="4323636"/>
        </a:xfrm>
        <a:custGeom>
          <a:avLst/>
          <a:gdLst/>
          <a:ahLst/>
          <a:cxnLst/>
          <a:rect l="0" t="0" r="0" b="0"/>
          <a:pathLst>
            <a:path>
              <a:moveTo>
                <a:pt x="1142027" y="4067988"/>
              </a:moveTo>
              <a:arcTo wR="2161818" hR="2161818" stAng="7088793" swAng="2629474"/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951BD1-79CB-4E62-BDE5-4BB33409D1B3}">
      <dsp:nvSpPr>
        <dsp:cNvPr id="0" name=""/>
        <dsp:cNvSpPr/>
      </dsp:nvSpPr>
      <dsp:spPr>
        <a:xfrm>
          <a:off x="2488918" y="2163646"/>
          <a:ext cx="2010532" cy="130684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Reducción de reprocesos, observaciones y errores recurrentes.</a:t>
          </a:r>
          <a:endParaRPr lang="es-ES" sz="1600" kern="1200"/>
        </a:p>
      </dsp:txBody>
      <dsp:txXfrm>
        <a:off x="2552713" y="2227441"/>
        <a:ext cx="1882942" cy="1179255"/>
      </dsp:txXfrm>
    </dsp:sp>
    <dsp:sp modelId="{07E45B81-1868-45F2-A42A-9DFDA0C3E326}">
      <dsp:nvSpPr>
        <dsp:cNvPr id="0" name=""/>
        <dsp:cNvSpPr/>
      </dsp:nvSpPr>
      <dsp:spPr>
        <a:xfrm>
          <a:off x="3494184" y="655250"/>
          <a:ext cx="4323636" cy="4323636"/>
        </a:xfrm>
        <a:custGeom>
          <a:avLst/>
          <a:gdLst/>
          <a:ahLst/>
          <a:cxnLst/>
          <a:rect l="0" t="0" r="0" b="0"/>
          <a:pathLst>
            <a:path>
              <a:moveTo>
                <a:pt x="106143" y="1492743"/>
              </a:moveTo>
              <a:arcTo wR="2161818" hR="2161818" stAng="11881733" swAng="2629474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537248-25DC-49D9-919F-8281A44BBF89}">
      <dsp:nvSpPr>
        <dsp:cNvPr id="0" name=""/>
        <dsp:cNvSpPr/>
      </dsp:nvSpPr>
      <dsp:spPr>
        <a:xfrm>
          <a:off x="4965" y="337216"/>
          <a:ext cx="4342066" cy="4342066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38958" tIns="40640" rIns="238958" bIns="4064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200" b="1" kern="1200" dirty="0"/>
            <a:t>Automatizar el proceso de rendición de cuentas.</a:t>
          </a:r>
          <a:endParaRPr lang="es-ES" sz="3200" kern="1200" dirty="0"/>
        </a:p>
      </dsp:txBody>
      <dsp:txXfrm>
        <a:off x="640846" y="973097"/>
        <a:ext cx="3070304" cy="3070304"/>
      </dsp:txXfrm>
    </dsp:sp>
    <dsp:sp modelId="{FE2324A5-9030-4BAA-B8EA-EBE745038DAC}">
      <dsp:nvSpPr>
        <dsp:cNvPr id="0" name=""/>
        <dsp:cNvSpPr/>
      </dsp:nvSpPr>
      <dsp:spPr>
        <a:xfrm>
          <a:off x="3478619" y="337216"/>
          <a:ext cx="4342066" cy="4342066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38958" tIns="40640" rIns="238958" bIns="4064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200" b="1" kern="1200"/>
            <a:t>Reducir errores y reprocesos.</a:t>
          </a:r>
          <a:endParaRPr lang="es-ES" sz="3200" kern="1200"/>
        </a:p>
      </dsp:txBody>
      <dsp:txXfrm>
        <a:off x="4114500" y="973097"/>
        <a:ext cx="3070304" cy="3070304"/>
      </dsp:txXfrm>
    </dsp:sp>
    <dsp:sp modelId="{1D67B298-B9C0-4613-B025-1C7C8C55DB73}">
      <dsp:nvSpPr>
        <dsp:cNvPr id="0" name=""/>
        <dsp:cNvSpPr/>
      </dsp:nvSpPr>
      <dsp:spPr>
        <a:xfrm>
          <a:off x="6952272" y="337216"/>
          <a:ext cx="4342066" cy="4342066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38958" tIns="40640" rIns="238958" bIns="4064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200" b="1" kern="1200"/>
            <a:t>Agilizar el trabajo del personal operativo y administrativo.</a:t>
          </a:r>
          <a:endParaRPr lang="es-ES" sz="3200" kern="1200"/>
        </a:p>
      </dsp:txBody>
      <dsp:txXfrm>
        <a:off x="7588153" y="973097"/>
        <a:ext cx="3070304" cy="307030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29E688-2336-4FFD-BFB0-7E5743E695D0}">
      <dsp:nvSpPr>
        <dsp:cNvPr id="0" name=""/>
        <dsp:cNvSpPr/>
      </dsp:nvSpPr>
      <dsp:spPr>
        <a:xfrm>
          <a:off x="-5988084" y="-916294"/>
          <a:ext cx="7128489" cy="7128489"/>
        </a:xfrm>
        <a:prstGeom prst="blockArc">
          <a:avLst>
            <a:gd name="adj1" fmla="val 18900000"/>
            <a:gd name="adj2" fmla="val 2700000"/>
            <a:gd name="adj3" fmla="val 303"/>
          </a:avLst>
        </a:pr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923884-058B-42AE-BEB3-9C52C6F5A799}">
      <dsp:nvSpPr>
        <dsp:cNvPr id="0" name=""/>
        <dsp:cNvSpPr/>
      </dsp:nvSpPr>
      <dsp:spPr>
        <a:xfrm>
          <a:off x="596876" y="407148"/>
          <a:ext cx="8828079" cy="8147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685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400" b="1" kern="1200" dirty="0"/>
            <a:t>La automatización del proceso de rendición de cuentas permitirá reducir errores generados por el registro manual</a:t>
          </a:r>
          <a:endParaRPr lang="es-ES" sz="2400" b="1" kern="1200" dirty="0"/>
        </a:p>
      </dsp:txBody>
      <dsp:txXfrm>
        <a:off x="596876" y="407148"/>
        <a:ext cx="8828079" cy="814721"/>
      </dsp:txXfrm>
    </dsp:sp>
    <dsp:sp modelId="{1CF5D550-C115-4D1B-9C95-3FEC68AE6643}">
      <dsp:nvSpPr>
        <dsp:cNvPr id="0" name=""/>
        <dsp:cNvSpPr/>
      </dsp:nvSpPr>
      <dsp:spPr>
        <a:xfrm>
          <a:off x="87676" y="305308"/>
          <a:ext cx="1018401" cy="101840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ED432A-CB26-4B50-B84F-D879292FD229}">
      <dsp:nvSpPr>
        <dsp:cNvPr id="0" name=""/>
        <dsp:cNvSpPr/>
      </dsp:nvSpPr>
      <dsp:spPr>
        <a:xfrm>
          <a:off x="1063975" y="1629442"/>
          <a:ext cx="8360981" cy="81472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685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400" b="1" kern="1200"/>
            <a:t>El sistema web disminuirá los reprocesos y las observaciones posteriores</a:t>
          </a:r>
          <a:endParaRPr lang="es-ES" sz="2400" b="1" kern="1200"/>
        </a:p>
      </dsp:txBody>
      <dsp:txXfrm>
        <a:off x="1063975" y="1629442"/>
        <a:ext cx="8360981" cy="814721"/>
      </dsp:txXfrm>
    </dsp:sp>
    <dsp:sp modelId="{F3662186-8A65-4C29-8C06-2A5D1F9D713B}">
      <dsp:nvSpPr>
        <dsp:cNvPr id="0" name=""/>
        <dsp:cNvSpPr/>
      </dsp:nvSpPr>
      <dsp:spPr>
        <a:xfrm>
          <a:off x="554774" y="1527602"/>
          <a:ext cx="1018401" cy="101840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98B516-2800-49BF-9FE3-29E0FEA9783F}">
      <dsp:nvSpPr>
        <dsp:cNvPr id="0" name=""/>
        <dsp:cNvSpPr/>
      </dsp:nvSpPr>
      <dsp:spPr>
        <a:xfrm>
          <a:off x="1063975" y="2851736"/>
          <a:ext cx="8360981" cy="81472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685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400" b="1" kern="1200"/>
            <a:t>La solución optimizará el tiempo y esfuerzo del personal operativo y administrativo</a:t>
          </a:r>
          <a:endParaRPr lang="es-ES" sz="2400" b="1" kern="1200"/>
        </a:p>
      </dsp:txBody>
      <dsp:txXfrm>
        <a:off x="1063975" y="2851736"/>
        <a:ext cx="8360981" cy="814721"/>
      </dsp:txXfrm>
    </dsp:sp>
    <dsp:sp modelId="{6DD1E862-86F7-45D6-A8F0-39710F2C0DB3}">
      <dsp:nvSpPr>
        <dsp:cNvPr id="0" name=""/>
        <dsp:cNvSpPr/>
      </dsp:nvSpPr>
      <dsp:spPr>
        <a:xfrm>
          <a:off x="554774" y="2749896"/>
          <a:ext cx="1018401" cy="101840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8F0FEC-2597-4B3E-8A41-3271CB6275B4}">
      <dsp:nvSpPr>
        <dsp:cNvPr id="0" name=""/>
        <dsp:cNvSpPr/>
      </dsp:nvSpPr>
      <dsp:spPr>
        <a:xfrm>
          <a:off x="596876" y="4074029"/>
          <a:ext cx="8828079" cy="81472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685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400" b="1" kern="1200"/>
            <a:t>La implementación del sistema contribuirá a una gestión más eficiente y confiable de los recursos del INEI. </a:t>
          </a:r>
          <a:endParaRPr lang="es-ES" sz="2400" b="1" kern="1200"/>
        </a:p>
      </dsp:txBody>
      <dsp:txXfrm>
        <a:off x="596876" y="4074029"/>
        <a:ext cx="8828079" cy="814721"/>
      </dsp:txXfrm>
    </dsp:sp>
    <dsp:sp modelId="{C682DA83-B061-4486-B950-F4D17F9CFDAE}">
      <dsp:nvSpPr>
        <dsp:cNvPr id="0" name=""/>
        <dsp:cNvSpPr/>
      </dsp:nvSpPr>
      <dsp:spPr>
        <a:xfrm>
          <a:off x="87676" y="3972189"/>
          <a:ext cx="1018401" cy="101840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A2391-A402-4C71-B890-26B4B0E83F9B}">
      <dsp:nvSpPr>
        <dsp:cNvPr id="0" name=""/>
        <dsp:cNvSpPr/>
      </dsp:nvSpPr>
      <dsp:spPr>
        <a:xfrm>
          <a:off x="-6155233" y="-941705"/>
          <a:ext cx="7327049" cy="7327049"/>
        </a:xfrm>
        <a:prstGeom prst="blockArc">
          <a:avLst>
            <a:gd name="adj1" fmla="val 18900000"/>
            <a:gd name="adj2" fmla="val 2700000"/>
            <a:gd name="adj3" fmla="val 295"/>
          </a:avLst>
        </a:pr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D81950-6910-4435-91E4-F064AE2877D4}">
      <dsp:nvSpPr>
        <dsp:cNvPr id="0" name=""/>
        <dsp:cNvSpPr/>
      </dsp:nvSpPr>
      <dsp:spPr>
        <a:xfrm>
          <a:off x="512025" y="340118"/>
          <a:ext cx="9664401" cy="6806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284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1" kern="1200"/>
            <a:t>Capacitar adecuadamente a los usuarios antes de la puesta en producción del sistema.</a:t>
          </a:r>
          <a:endParaRPr lang="es-ES" sz="2000" b="1" kern="1200"/>
        </a:p>
      </dsp:txBody>
      <dsp:txXfrm>
        <a:off x="512025" y="340118"/>
        <a:ext cx="9664401" cy="680672"/>
      </dsp:txXfrm>
    </dsp:sp>
    <dsp:sp modelId="{FA2EE486-BE3F-4227-BA0D-592C99A76749}">
      <dsp:nvSpPr>
        <dsp:cNvPr id="0" name=""/>
        <dsp:cNvSpPr/>
      </dsp:nvSpPr>
      <dsp:spPr>
        <a:xfrm>
          <a:off x="86604" y="255034"/>
          <a:ext cx="850840" cy="8508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2BBAFC-CFE4-4667-A629-8C47D9D08094}">
      <dsp:nvSpPr>
        <dsp:cNvPr id="0" name=""/>
        <dsp:cNvSpPr/>
      </dsp:nvSpPr>
      <dsp:spPr>
        <a:xfrm>
          <a:off x="999775" y="1360800"/>
          <a:ext cx="9176651" cy="6806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284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1" kern="1200"/>
            <a:t>Realizar pruebas exhaustivas para asegurar el correcto funcionamiento de las validaciones.</a:t>
          </a:r>
          <a:endParaRPr lang="es-ES" sz="2000" b="1" kern="1200"/>
        </a:p>
      </dsp:txBody>
      <dsp:txXfrm>
        <a:off x="999775" y="1360800"/>
        <a:ext cx="9176651" cy="680672"/>
      </dsp:txXfrm>
    </dsp:sp>
    <dsp:sp modelId="{4CE874DF-2055-493A-987C-E7B9D15C1039}">
      <dsp:nvSpPr>
        <dsp:cNvPr id="0" name=""/>
        <dsp:cNvSpPr/>
      </dsp:nvSpPr>
      <dsp:spPr>
        <a:xfrm>
          <a:off x="574354" y="1275716"/>
          <a:ext cx="850840" cy="8508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7CE050-F94A-4090-9F8C-628289798DB2}">
      <dsp:nvSpPr>
        <dsp:cNvPr id="0" name=""/>
        <dsp:cNvSpPr/>
      </dsp:nvSpPr>
      <dsp:spPr>
        <a:xfrm>
          <a:off x="1149475" y="2381482"/>
          <a:ext cx="9026951" cy="6806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284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1" kern="1200"/>
            <a:t>Implementar el sistema de forma progresiva para facilitar la adaptación de los usuarios.</a:t>
          </a:r>
          <a:endParaRPr lang="es-ES" sz="2000" b="1" kern="1200"/>
        </a:p>
      </dsp:txBody>
      <dsp:txXfrm>
        <a:off x="1149475" y="2381482"/>
        <a:ext cx="9026951" cy="680672"/>
      </dsp:txXfrm>
    </dsp:sp>
    <dsp:sp modelId="{3BAACAEB-4F17-4D24-A55E-8D49DF7BEB0B}">
      <dsp:nvSpPr>
        <dsp:cNvPr id="0" name=""/>
        <dsp:cNvSpPr/>
      </dsp:nvSpPr>
      <dsp:spPr>
        <a:xfrm>
          <a:off x="724054" y="2296398"/>
          <a:ext cx="850840" cy="8508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534E55-E9C9-4588-A8FA-B771B54B80BA}">
      <dsp:nvSpPr>
        <dsp:cNvPr id="0" name=""/>
        <dsp:cNvSpPr/>
      </dsp:nvSpPr>
      <dsp:spPr>
        <a:xfrm>
          <a:off x="999775" y="3402164"/>
          <a:ext cx="9176651" cy="6806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284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1" kern="1200" dirty="0"/>
            <a:t>Brindar soporte técnico durante las primeras etapas de uso.</a:t>
          </a:r>
          <a:endParaRPr lang="es-ES" sz="2000" b="1" kern="1200" dirty="0"/>
        </a:p>
      </dsp:txBody>
      <dsp:txXfrm>
        <a:off x="999775" y="3402164"/>
        <a:ext cx="9176651" cy="680672"/>
      </dsp:txXfrm>
    </dsp:sp>
    <dsp:sp modelId="{86241086-2687-4A11-A18D-3919BB3117AA}">
      <dsp:nvSpPr>
        <dsp:cNvPr id="0" name=""/>
        <dsp:cNvSpPr/>
      </dsp:nvSpPr>
      <dsp:spPr>
        <a:xfrm>
          <a:off x="574354" y="3317080"/>
          <a:ext cx="850840" cy="8508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05F430-F0A2-43C0-9219-F84FFFCB5857}">
      <dsp:nvSpPr>
        <dsp:cNvPr id="0" name=""/>
        <dsp:cNvSpPr/>
      </dsp:nvSpPr>
      <dsp:spPr>
        <a:xfrm>
          <a:off x="512025" y="4422847"/>
          <a:ext cx="9664401" cy="68067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284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1" kern="1200"/>
            <a:t>Evaluar periódicamente el sistema para aplicar mejoras continuas</a:t>
          </a:r>
          <a:endParaRPr lang="es-ES" sz="2000" b="1" kern="1200"/>
        </a:p>
      </dsp:txBody>
      <dsp:txXfrm>
        <a:off x="512025" y="4422847"/>
        <a:ext cx="9664401" cy="680672"/>
      </dsp:txXfrm>
    </dsp:sp>
    <dsp:sp modelId="{39376DB6-B15A-4083-A2BD-95F85F01BA71}">
      <dsp:nvSpPr>
        <dsp:cNvPr id="0" name=""/>
        <dsp:cNvSpPr/>
      </dsp:nvSpPr>
      <dsp:spPr>
        <a:xfrm>
          <a:off x="86604" y="4337762"/>
          <a:ext cx="850840" cy="8508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33832" y="0"/>
            <a:ext cx="3058168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1200" y="3581400"/>
            <a:ext cx="52832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3251200" y="1447800"/>
            <a:ext cx="5283200" cy="2133600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4777318" y="6426202"/>
            <a:ext cx="3759199" cy="126999"/>
          </a:xfrm>
        </p:spPr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8553301" y="6400800"/>
            <a:ext cx="609600" cy="152400"/>
          </a:xfrm>
        </p:spPr>
        <p:txBody>
          <a:bodyPr/>
          <a:lstStyle>
            <a:lvl1pPr algn="r">
              <a:defRPr/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4775201" y="6296248"/>
            <a:ext cx="3761316" cy="152400"/>
          </a:xfrm>
        </p:spPr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48768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3058168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1119718" y="6426202"/>
            <a:ext cx="3759199" cy="126999"/>
          </a:xfrm>
        </p:spPr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5488517" y="6400800"/>
            <a:ext cx="711200" cy="152400"/>
          </a:xfrm>
        </p:spPr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117601" y="6296248"/>
            <a:ext cx="3761316" cy="152400"/>
          </a:xfrm>
        </p:spPr>
        <p:txBody>
          <a:bodyPr/>
          <a:lstStyle/>
          <a:p>
            <a:endParaRPr lang="en-US" spc="50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609600" y="1828800"/>
            <a:ext cx="4267200" cy="1752600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3578225"/>
            <a:ext cx="4267527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3429000"/>
            <a:ext cx="41656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457200"/>
            <a:ext cx="41656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502400" y="457201"/>
            <a:ext cx="3759200" cy="571499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75238"/>
            <a:ext cx="47752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675288"/>
            <a:ext cx="47752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599" y="3429000"/>
            <a:ext cx="47752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599" y="3840162"/>
            <a:ext cx="47752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502400" y="457201"/>
            <a:ext cx="3759200" cy="571499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8400" y="457200"/>
            <a:ext cx="5283200" cy="571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8800" y="1676401"/>
            <a:ext cx="33528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676400"/>
            <a:ext cx="6266688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0" y="3552372"/>
            <a:ext cx="29464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6401" y="1676400"/>
            <a:ext cx="6262623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908800" y="1676400"/>
            <a:ext cx="33528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0" y="3552372"/>
            <a:ext cx="29464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1764925" y="0"/>
            <a:ext cx="427076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02400" y="457200"/>
            <a:ext cx="37592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57201"/>
            <a:ext cx="48768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363200" y="6400800"/>
            <a:ext cx="7112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6502402" y="6426202"/>
            <a:ext cx="37591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6500285" y="6296248"/>
            <a:ext cx="3761316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7" Type="http://schemas.openxmlformats.org/officeDocument/2006/relationships/image" Target="../media/image6.pn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8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F69212-3141-6C14-2E97-9C41B469D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10" y="1579366"/>
            <a:ext cx="6966351" cy="1608339"/>
          </a:xfrm>
          <a:ln>
            <a:solidFill>
              <a:schemeClr val="bg1"/>
            </a:solidFill>
          </a:ln>
        </p:spPr>
        <p:txBody>
          <a:bodyPr anchor="b">
            <a:noAutofit/>
          </a:bodyPr>
          <a:lstStyle/>
          <a:p>
            <a:pPr algn="ctr">
              <a:spcAft>
                <a:spcPts val="500"/>
              </a:spcAft>
            </a:pPr>
            <a:r>
              <a:rPr lang="es-PE" sz="2400" b="1" dirty="0">
                <a:solidFill>
                  <a:srgbClr val="033071"/>
                </a:solidFill>
              </a:rPr>
              <a:t>PROYECTO: IMPLEMENTACIÓN DEL SISTEMA WEB DE AUTOMATIZACIÓN Y VALIDACIÓN DEL PROCESO DE RENDICIÓN DE CUENTAS PARA EL INSTITUTO NACIONAL DE ESTADÍSTICA E INFORMÁTICA (INEI)</a:t>
            </a:r>
          </a:p>
        </p:txBody>
      </p:sp>
      <p:pic>
        <p:nvPicPr>
          <p:cNvPr id="25" name="Picture 3" descr="Abstract smoke background">
            <a:extLst>
              <a:ext uri="{FF2B5EF4-FFF2-40B4-BE49-F238E27FC236}">
                <a16:creationId xmlns:a16="http://schemas.microsoft.com/office/drawing/2014/main" id="{69EDF5E1-4AAB-657D-28E9-507455B539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98" r="30841"/>
          <a:stretch>
            <a:fillRect/>
          </a:stretch>
        </p:blipFill>
        <p:spPr>
          <a:xfrm>
            <a:off x="7534655" y="10"/>
            <a:ext cx="4657345" cy="68579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7640472-EAF8-C0F4-F882-EF2292D01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28"/>
          <a:stretch>
            <a:fillRect/>
          </a:stretch>
        </p:blipFill>
        <p:spPr>
          <a:xfrm>
            <a:off x="2091562" y="698469"/>
            <a:ext cx="3090038" cy="668570"/>
          </a:xfrm>
          <a:prstGeom prst="rect">
            <a:avLst/>
          </a:prstGeom>
        </p:spPr>
      </p:pic>
      <p:sp>
        <p:nvSpPr>
          <p:cNvPr id="6" name="5 Rectángulo"/>
          <p:cNvSpPr/>
          <p:nvPr/>
        </p:nvSpPr>
        <p:spPr>
          <a:xfrm>
            <a:off x="81024" y="3454400"/>
            <a:ext cx="7349924" cy="32385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3 CuadroTexto"/>
          <p:cNvSpPr txBox="1"/>
          <p:nvPr/>
        </p:nvSpPr>
        <p:spPr>
          <a:xfrm>
            <a:off x="1744120" y="156108"/>
            <a:ext cx="3784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rgbClr val="033071"/>
                </a:solidFill>
              </a:rPr>
              <a:t>Instituto Superior Privado Khipu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62B60B-8B6F-A980-4235-18F600407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489" y="3568705"/>
            <a:ext cx="6654994" cy="3124195"/>
          </a:xfrm>
        </p:spPr>
        <p:txBody>
          <a:bodyPr anchor="t">
            <a:noAutofit/>
          </a:bodyPr>
          <a:lstStyle/>
          <a:p>
            <a:pPr algn="l"/>
            <a:r>
              <a:rPr lang="es-PE" sz="2000" dirty="0">
                <a:solidFill>
                  <a:schemeClr val="bg1"/>
                </a:solidFill>
              </a:rPr>
              <a:t>Integrantes del grupo:</a:t>
            </a:r>
          </a:p>
          <a:p>
            <a:pPr marL="304800" indent="-304800" algn="l">
              <a:buFont typeface="Arial" panose="020B0604020202020204" pitchFamily="34" charset="0"/>
              <a:buChar char="•"/>
            </a:pPr>
            <a:r>
              <a:rPr lang="es-PE" sz="2000" dirty="0">
                <a:solidFill>
                  <a:schemeClr val="bg1"/>
                </a:solidFill>
              </a:rPr>
              <a:t>ARNADO RIVERA JULIO DAVID</a:t>
            </a:r>
          </a:p>
          <a:p>
            <a:pPr marL="304800" indent="-304800" algn="l">
              <a:buFont typeface="Arial" panose="020B0604020202020204" pitchFamily="34" charset="0"/>
              <a:buChar char="•"/>
            </a:pPr>
            <a:r>
              <a:rPr lang="es-PE" sz="2000" dirty="0">
                <a:solidFill>
                  <a:schemeClr val="bg1"/>
                </a:solidFill>
              </a:rPr>
              <a:t>BACA SALAS ROGER CESAR</a:t>
            </a:r>
          </a:p>
          <a:p>
            <a:pPr marL="304800" indent="-304800" algn="l">
              <a:buFont typeface="Arial" panose="020B0604020202020204" pitchFamily="34" charset="0"/>
              <a:buChar char="•"/>
            </a:pPr>
            <a:r>
              <a:rPr lang="es-PE" sz="2000" dirty="0">
                <a:solidFill>
                  <a:schemeClr val="bg1"/>
                </a:solidFill>
              </a:rPr>
              <a:t>MONGE HUAYHUA SADITH LUCERO</a:t>
            </a:r>
          </a:p>
          <a:p>
            <a:pPr marL="304800" indent="-304800" algn="l">
              <a:buFont typeface="Arial" panose="020B0604020202020204" pitchFamily="34" charset="0"/>
              <a:buChar char="•"/>
            </a:pPr>
            <a:r>
              <a:rPr lang="es-PE" sz="2000" dirty="0">
                <a:solidFill>
                  <a:schemeClr val="bg1"/>
                </a:solidFill>
              </a:rPr>
              <a:t>ROMERO GRABIEL FARID YASSER</a:t>
            </a:r>
          </a:p>
          <a:p>
            <a:pPr algn="l"/>
            <a:r>
              <a:rPr lang="es-PE" sz="2000" dirty="0">
                <a:solidFill>
                  <a:schemeClr val="bg1"/>
                </a:solidFill>
              </a:rPr>
              <a:t>Curso: Solución de problemas</a:t>
            </a:r>
          </a:p>
          <a:p>
            <a:pPr algn="ctr"/>
            <a:r>
              <a:rPr lang="es-PE" sz="2000" dirty="0">
                <a:solidFill>
                  <a:schemeClr val="bg1"/>
                </a:solidFill>
              </a:rPr>
              <a:t>Cusco – Perú</a:t>
            </a:r>
          </a:p>
          <a:p>
            <a:pPr algn="ctr"/>
            <a:r>
              <a:rPr lang="es-PE" sz="2000" dirty="0">
                <a:solidFill>
                  <a:schemeClr val="bg1"/>
                </a:solidFill>
              </a:rPr>
              <a:t>2025</a:t>
            </a:r>
          </a:p>
          <a:p>
            <a:pPr algn="l"/>
            <a:endParaRPr lang="es-PE" sz="1600" dirty="0"/>
          </a:p>
        </p:txBody>
      </p:sp>
    </p:spTree>
    <p:extLst>
      <p:ext uri="{BB962C8B-B14F-4D97-AF65-F5344CB8AC3E}">
        <p14:creationId xmlns:p14="http://schemas.microsoft.com/office/powerpoint/2010/main" val="3805156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776468"/>
            <a:ext cx="7182734" cy="2133600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/>
              <a:t>Descripción del proyecto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5611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80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479063" y="351580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Presentación del problema</a:t>
            </a:r>
            <a:endParaRPr lang="es-PE" sz="3200" b="1" dirty="0"/>
          </a:p>
        </p:txBody>
      </p:sp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4048295677"/>
              </p:ext>
            </p:extLst>
          </p:nvPr>
        </p:nvGraphicFramePr>
        <p:xfrm>
          <a:off x="615388" y="1215342"/>
          <a:ext cx="10961225" cy="5440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4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00" y="272005"/>
            <a:ext cx="1846162" cy="184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08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479063" y="351580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Justificación</a:t>
            </a:r>
            <a:endParaRPr lang="es-PE" sz="3200" b="1" dirty="0"/>
          </a:p>
        </p:txBody>
      </p:sp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684456613"/>
              </p:ext>
            </p:extLst>
          </p:nvPr>
        </p:nvGraphicFramePr>
        <p:xfrm>
          <a:off x="834824" y="1238491"/>
          <a:ext cx="10522353" cy="5266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6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00" y="272005"/>
            <a:ext cx="1846162" cy="184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033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479063" y="351580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Alcance general de la solución</a:t>
            </a:r>
            <a:endParaRPr lang="es-PE" sz="3200" b="1" dirty="0"/>
          </a:p>
        </p:txBody>
      </p:sp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388042663"/>
              </p:ext>
            </p:extLst>
          </p:nvPr>
        </p:nvGraphicFramePr>
        <p:xfrm>
          <a:off x="834824" y="1956122"/>
          <a:ext cx="10522353" cy="44909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7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00" y="225706"/>
            <a:ext cx="1846162" cy="184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523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776468"/>
            <a:ext cx="7182734" cy="2133600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/>
              <a:t>Características del proyecto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5611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15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10" name="9 Diagrama"/>
          <p:cNvGraphicFramePr/>
          <p:nvPr>
            <p:extLst>
              <p:ext uri="{D42A27DB-BD31-4B8C-83A1-F6EECF244321}">
                <p14:modId xmlns:p14="http://schemas.microsoft.com/office/powerpoint/2010/main" val="365825813"/>
              </p:ext>
            </p:extLst>
          </p:nvPr>
        </p:nvGraphicFramePr>
        <p:xfrm>
          <a:off x="533882" y="682906"/>
          <a:ext cx="11124237" cy="5764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6232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1856374457"/>
              </p:ext>
            </p:extLst>
          </p:nvPr>
        </p:nvGraphicFramePr>
        <p:xfrm>
          <a:off x="733062" y="627927"/>
          <a:ext cx="10725876" cy="5645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05866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2604163579"/>
              </p:ext>
            </p:extLst>
          </p:nvPr>
        </p:nvGraphicFramePr>
        <p:xfrm>
          <a:off x="2039074" y="277792"/>
          <a:ext cx="8113853" cy="6192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86124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Tecnologías a usar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9" name="8 Diagrama"/>
          <p:cNvGraphicFramePr/>
          <p:nvPr>
            <p:extLst>
              <p:ext uri="{D42A27DB-BD31-4B8C-83A1-F6EECF244321}">
                <p14:modId xmlns:p14="http://schemas.microsoft.com/office/powerpoint/2010/main" val="1600123530"/>
              </p:ext>
            </p:extLst>
          </p:nvPr>
        </p:nvGraphicFramePr>
        <p:xfrm>
          <a:off x="2617808" y="11111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09365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776468"/>
            <a:ext cx="7182734" cy="2133600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/>
              <a:t>Análisis de la situación actual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5611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47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93362" y="907982"/>
            <a:ext cx="5493015" cy="5044220"/>
          </a:xfrm>
        </p:spPr>
        <p:txBody>
          <a:bodyPr>
            <a:normAutofit/>
          </a:bodyPr>
          <a:lstStyle/>
          <a:p>
            <a:r>
              <a:rPr lang="es-PE" sz="3200" b="1" dirty="0"/>
              <a:t>Cómo funciona el proceso actualmente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pic>
        <p:nvPicPr>
          <p:cNvPr id="5" name="0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344" y="184229"/>
            <a:ext cx="3222170" cy="649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91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3492340651"/>
              </p:ext>
            </p:extLst>
          </p:nvPr>
        </p:nvGraphicFramePr>
        <p:xfrm>
          <a:off x="2617808" y="11111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12954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636455155"/>
              </p:ext>
            </p:extLst>
          </p:nvPr>
        </p:nvGraphicFramePr>
        <p:xfrm>
          <a:off x="2617808" y="11111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27408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3541210569"/>
              </p:ext>
            </p:extLst>
          </p:nvPr>
        </p:nvGraphicFramePr>
        <p:xfrm>
          <a:off x="2617808" y="11111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72547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2457212151"/>
              </p:ext>
            </p:extLst>
          </p:nvPr>
        </p:nvGraphicFramePr>
        <p:xfrm>
          <a:off x="2617808" y="11111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3881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961672560"/>
              </p:ext>
            </p:extLst>
          </p:nvPr>
        </p:nvGraphicFramePr>
        <p:xfrm>
          <a:off x="2617808" y="11111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84057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3318717917"/>
              </p:ext>
            </p:extLst>
          </p:nvPr>
        </p:nvGraphicFramePr>
        <p:xfrm>
          <a:off x="2617808" y="10984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90676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2302155513"/>
              </p:ext>
            </p:extLst>
          </p:nvPr>
        </p:nvGraphicFramePr>
        <p:xfrm>
          <a:off x="2617808" y="10984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42270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Impacto del problema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4089265088"/>
              </p:ext>
            </p:extLst>
          </p:nvPr>
        </p:nvGraphicFramePr>
        <p:xfrm>
          <a:off x="2617808" y="11746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4981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/>
              <a:t>Árbol de problemas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697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355600"/>
            <a:ext cx="11430000" cy="5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283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b="1" dirty="0"/>
              <a:t>Árbol de objetivos (soluciones)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4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42" y="368299"/>
            <a:ext cx="11023516" cy="612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997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/>
              <a:t>Matriz de decisiones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41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90" y="889000"/>
            <a:ext cx="11327634" cy="5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1045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/>
              <a:t>Fines del proyecto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81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/>
              <a:t>Beneficios a mediano plazo (1 a 2 años)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7" name="6 Diagrama"/>
          <p:cNvGraphicFramePr/>
          <p:nvPr>
            <p:extLst>
              <p:ext uri="{D42A27DB-BD31-4B8C-83A1-F6EECF244321}">
                <p14:modId xmlns:p14="http://schemas.microsoft.com/office/powerpoint/2010/main" val="3160779381"/>
              </p:ext>
            </p:extLst>
          </p:nvPr>
        </p:nvGraphicFramePr>
        <p:xfrm>
          <a:off x="755651" y="1465162"/>
          <a:ext cx="10680699" cy="5075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11270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/>
              <a:t>Beneficios a largo plazo (3–5 años)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807519692"/>
              </p:ext>
            </p:extLst>
          </p:nvPr>
        </p:nvGraphicFramePr>
        <p:xfrm>
          <a:off x="755651" y="1465162"/>
          <a:ext cx="10680699" cy="5075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63597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/>
              <a:t>Impacto esperado en la organización o proceso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2060022248"/>
              </p:ext>
            </p:extLst>
          </p:nvPr>
        </p:nvGraphicFramePr>
        <p:xfrm>
          <a:off x="439998" y="1046062"/>
          <a:ext cx="11312005" cy="5634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56631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b="1" dirty="0"/>
              <a:t>Propósito del proyecto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74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619807" y="374729"/>
            <a:ext cx="10651281" cy="1479471"/>
          </a:xfrm>
        </p:spPr>
        <p:txBody>
          <a:bodyPr>
            <a:normAutofit fontScale="90000"/>
          </a:bodyPr>
          <a:lstStyle/>
          <a:p>
            <a:pPr lvl="0" algn="ctr"/>
            <a:r>
              <a:rPr lang="es-PE" sz="3200" b="1" dirty="0"/>
              <a:t>Propósito del proyecto: </a:t>
            </a:r>
            <a:br>
              <a:rPr lang="es-PE" sz="3200" b="1" dirty="0"/>
            </a:br>
            <a:r>
              <a:rPr lang="es-419" sz="3200" dirty="0"/>
              <a:t>Implementar un sistema web que automatice y valide en tiempo real el proceso de rendición de cuentas en el INEI </a:t>
            </a:r>
            <a:br>
              <a:rPr lang="es-ES" sz="3200" b="1" dirty="0"/>
            </a:br>
            <a:endParaRPr lang="es-PE" sz="3200" b="1" dirty="0"/>
          </a:p>
        </p:txBody>
      </p:sp>
      <p:graphicFrame>
        <p:nvGraphicFramePr>
          <p:cNvPr id="12" name="11 Diagrama"/>
          <p:cNvGraphicFramePr/>
          <p:nvPr>
            <p:extLst>
              <p:ext uri="{D42A27DB-BD31-4B8C-83A1-F6EECF244321}">
                <p14:modId xmlns:p14="http://schemas.microsoft.com/office/powerpoint/2010/main" val="499557482"/>
              </p:ext>
            </p:extLst>
          </p:nvPr>
        </p:nvGraphicFramePr>
        <p:xfrm>
          <a:off x="446348" y="1727200"/>
          <a:ext cx="11299305" cy="5016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37180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b="1" dirty="0"/>
              <a:t>Cronograma de actividades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994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83FA0673-E73F-607B-17F5-65DA1564E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221" y="84338"/>
            <a:ext cx="4952673" cy="668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9028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b="1" dirty="0"/>
              <a:t>Conclusiones y recomendaciones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199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/>
              <a:t>Conclusiones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58025"/>
            <a:ext cx="1280934" cy="1280934"/>
          </a:xfrm>
          <a:prstGeom prst="rect">
            <a:avLst/>
          </a:prstGeom>
        </p:spPr>
      </p:pic>
      <p:graphicFrame>
        <p:nvGraphicFramePr>
          <p:cNvPr id="7" name="6 Diagrama"/>
          <p:cNvGraphicFramePr/>
          <p:nvPr>
            <p:extLst>
              <p:ext uri="{D42A27DB-BD31-4B8C-83A1-F6EECF244321}">
                <p14:modId xmlns:p14="http://schemas.microsoft.com/office/powerpoint/2010/main" val="488395945"/>
              </p:ext>
            </p:extLst>
          </p:nvPr>
        </p:nvGraphicFramePr>
        <p:xfrm>
          <a:off x="1346200" y="1155700"/>
          <a:ext cx="9499600" cy="5295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995253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/>
              <a:t>Recomendaciones</a:t>
            </a:r>
          </a:p>
        </p:txBody>
      </p:sp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3900740898"/>
              </p:ext>
            </p:extLst>
          </p:nvPr>
        </p:nvGraphicFramePr>
        <p:xfrm>
          <a:off x="969299" y="1046062"/>
          <a:ext cx="10253403" cy="5443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7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95" y="184229"/>
            <a:ext cx="1280934" cy="128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374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46741" y="491923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/>
              <a:t>Referencias Bibliográficas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95" y="184229"/>
            <a:ext cx="1280934" cy="1280934"/>
          </a:xfrm>
          <a:prstGeom prst="rect">
            <a:avLst/>
          </a:prstGeom>
        </p:spPr>
      </p:pic>
      <p:sp>
        <p:nvSpPr>
          <p:cNvPr id="2" name="1 CuadroTexto"/>
          <p:cNvSpPr txBox="1"/>
          <p:nvPr/>
        </p:nvSpPr>
        <p:spPr>
          <a:xfrm>
            <a:off x="938431" y="1668363"/>
            <a:ext cx="98679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2400" dirty="0"/>
              <a:t>Armas Urquiza, R., &amp; Armas Suárez, A. (2011). Gobierno Electrónico: Fases, dimensiones y algunas consideraciones a tener en cuenta para su implementación. </a:t>
            </a:r>
            <a:r>
              <a:rPr lang="es-419" sz="2400" i="1" dirty="0"/>
              <a:t>Contribuciones a las Ciencias Sociales</a:t>
            </a:r>
            <a:r>
              <a:rPr lang="es-419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2400" dirty="0"/>
              <a:t>Fundación Juan XXIII. (16 de Abril de 2025). </a:t>
            </a:r>
            <a:r>
              <a:rPr lang="es-419" sz="2400" i="1" dirty="0"/>
              <a:t>Automatización de procesos: por qué la calidad de los datos es clave.</a:t>
            </a:r>
            <a:r>
              <a:rPr lang="es-419" sz="2400" dirty="0"/>
              <a:t> Recuperado el 12 de Diciembre de 2025, de https://blog.fundacionjuanxxiii.org/gestion-documental-bpo/automatizacion-de-procesos-por-que-la-calidad-de-los-datos-es-clave</a:t>
            </a:r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419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2400" dirty="0"/>
              <a:t>García Moreno, E. (1999). </a:t>
            </a:r>
            <a:r>
              <a:rPr lang="es-419" sz="2400" i="1" dirty="0"/>
              <a:t>Automatización de Procesos Industriales.</a:t>
            </a:r>
            <a:r>
              <a:rPr lang="es-419" sz="2400" dirty="0"/>
              <a:t> Valencia: Editorial Universitat Politècnica de València. </a:t>
            </a:r>
            <a:endParaRPr lang="es-ES" sz="2400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364905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b="1" dirty="0"/>
              <a:t>Gracias por su atención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521216"/>
      </p:ext>
    </p:extLst>
  </p:cSld>
  <p:clrMapOvr>
    <a:masterClrMapping/>
  </p:clrMapOvr>
</p:sld>
</file>

<file path=ppt/theme/theme1.xml><?xml version="1.0" encoding="utf-8"?>
<a:theme xmlns:a="http://schemas.openxmlformats.org/drawingml/2006/main" name="Compuesto">
  <a:themeElements>
    <a:clrScheme name="Compuesto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Compuest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uest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DDEDB36F0DF1A498192D96D92398B36" ma:contentTypeVersion="11" ma:contentTypeDescription="Crear nuevo documento." ma:contentTypeScope="" ma:versionID="bd81696b97d0cdb5511ab50b822894cb">
  <xsd:schema xmlns:xsd="http://www.w3.org/2001/XMLSchema" xmlns:xs="http://www.w3.org/2001/XMLSchema" xmlns:p="http://schemas.microsoft.com/office/2006/metadata/properties" xmlns:ns2="3461166c-9379-49cb-8f2c-b50c303fd157" xmlns:ns3="2ff8c3c4-c145-41c4-b9a8-4dd4c511c987" targetNamespace="http://schemas.microsoft.com/office/2006/metadata/properties" ma:root="true" ma:fieldsID="ccf2121327de1954f74801c9252c692e" ns2:_="" ns3:_="">
    <xsd:import namespace="3461166c-9379-49cb-8f2c-b50c303fd157"/>
    <xsd:import namespace="2ff8c3c4-c145-41c4-b9a8-4dd4c511c987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61166c-9379-49cb-8f2c-b50c303fd157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n" ma:readOnly="false" ma:fieldId="{5cf76f15-5ced-4ddc-b409-7134ff3c332f}" ma:taxonomyMulti="true" ma:sspId="4af7fc5e-2656-4f17-8639-05b4d64833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f8c3c4-c145-41c4-b9a8-4dd4c511c98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4fa4941b-6da3-4866-9fc0-d13dc4f0eba0}" ma:internalName="TaxCatchAll" ma:showField="CatchAllData" ma:web="2ff8c3c4-c145-41c4-b9a8-4dd4c511c9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3461166c-9379-49cb-8f2c-b50c303fd157" xsi:nil="true"/>
    <TaxCatchAll xmlns="2ff8c3c4-c145-41c4-b9a8-4dd4c511c987" xsi:nil="true"/>
    <lcf76f155ced4ddcb4097134ff3c332f xmlns="3461166c-9379-49cb-8f2c-b50c303fd15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B735DBD-D856-4457-B425-C6010274C98A}"/>
</file>

<file path=customXml/itemProps2.xml><?xml version="1.0" encoding="utf-8"?>
<ds:datastoreItem xmlns:ds="http://schemas.openxmlformats.org/officeDocument/2006/customXml" ds:itemID="{1739E859-F221-49DF-8FE9-1F93AE67F53A}"/>
</file>

<file path=customXml/itemProps3.xml><?xml version="1.0" encoding="utf-8"?>
<ds:datastoreItem xmlns:ds="http://schemas.openxmlformats.org/officeDocument/2006/customXml" ds:itemID="{74DCF51D-20E7-4FD4-BE62-1439BA077E66}"/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211</TotalTime>
  <Words>1086</Words>
  <Application>Microsoft Office PowerPoint</Application>
  <PresentationFormat>Panorámica</PresentationFormat>
  <Paragraphs>134</Paragraphs>
  <Slides>39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3" baseType="lpstr">
      <vt:lpstr>Arial</vt:lpstr>
      <vt:lpstr>Calibri</vt:lpstr>
      <vt:lpstr>Wingdings</vt:lpstr>
      <vt:lpstr>Compuesto</vt:lpstr>
      <vt:lpstr>PROYECTO: IMPLEMENTACIÓN DEL SISTEMA WEB DE AUTOMATIZACIÓN Y VALIDACIÓN DEL PROCESO DE RENDICIÓN DE CUENTAS PARA EL INSTITUTO NACIONAL DE ESTADÍSTICA E INFORMÁTICA (INEI)</vt:lpstr>
      <vt:lpstr>Descripción del proyecto</vt:lpstr>
      <vt:lpstr>Presentación del problema</vt:lpstr>
      <vt:lpstr>Justificación</vt:lpstr>
      <vt:lpstr>Alcance general de la solución</vt:lpstr>
      <vt:lpstr>Características del proyecto</vt:lpstr>
      <vt:lpstr>Presentación de PowerPoint</vt:lpstr>
      <vt:lpstr>Presentación de PowerPoint</vt:lpstr>
      <vt:lpstr>Presentación de PowerPoint</vt:lpstr>
      <vt:lpstr>Tecnologías a usar</vt:lpstr>
      <vt:lpstr>Análisis de la situación actual</vt:lpstr>
      <vt:lpstr>Cómo funciona el proceso actualmente</vt:lpstr>
      <vt:lpstr>Dificultades, errores o limitaciones detectadas</vt:lpstr>
      <vt:lpstr>Dificultades, errores o limitaciones detectadas</vt:lpstr>
      <vt:lpstr>Dificultades, errores o limitaciones detectadas</vt:lpstr>
      <vt:lpstr>Dificultades, errores o limitaciones detectadas</vt:lpstr>
      <vt:lpstr>Dificultades, errores o limitaciones detectadas</vt:lpstr>
      <vt:lpstr>Dificultades, errores o limitaciones detectadas</vt:lpstr>
      <vt:lpstr>Dificultades, errores o limitaciones detectadas</vt:lpstr>
      <vt:lpstr>Impacto del problema</vt:lpstr>
      <vt:lpstr>Árbol de problemas</vt:lpstr>
      <vt:lpstr>Presentación de PowerPoint</vt:lpstr>
      <vt:lpstr>Árbol de objetivos (soluciones)</vt:lpstr>
      <vt:lpstr>Presentación de PowerPoint</vt:lpstr>
      <vt:lpstr>Matriz de decisiones</vt:lpstr>
      <vt:lpstr>Presentación de PowerPoint</vt:lpstr>
      <vt:lpstr>Fines del proyecto</vt:lpstr>
      <vt:lpstr>Beneficios a mediano plazo (1 a 2 años)</vt:lpstr>
      <vt:lpstr>Beneficios a largo plazo (3–5 años)</vt:lpstr>
      <vt:lpstr>Impacto esperado en la organización o proceso</vt:lpstr>
      <vt:lpstr>Propósito del proyecto</vt:lpstr>
      <vt:lpstr>Propósito del proyecto:  Implementar un sistema web que automatice y valide en tiempo real el proceso de rendición de cuentas en el INEI  </vt:lpstr>
      <vt:lpstr>Cronograma de actividades</vt:lpstr>
      <vt:lpstr>Presentación de PowerPoint</vt:lpstr>
      <vt:lpstr>Conclusiones y recomendaciones</vt:lpstr>
      <vt:lpstr>Conclusiones</vt:lpstr>
      <vt:lpstr>Recomendaciones</vt:lpstr>
      <vt:lpstr>Referencias Bibliográficas</vt:lpstr>
      <vt:lpstr>Gracias por su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Dinámica poo</dc:title>
  <dc:creator>LAB2-PC11S</dc:creator>
  <cp:lastModifiedBy>Roger Cesar Baca Salas</cp:lastModifiedBy>
  <cp:revision>215</cp:revision>
  <dcterms:created xsi:type="dcterms:W3CDTF">2025-11-26T01:38:32Z</dcterms:created>
  <dcterms:modified xsi:type="dcterms:W3CDTF">2025-12-16T01:35:32Z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0x010100EDDEDB36F0DF1A498192D96D92398B36</vt:lpwstr>
  </property>
</Properties>
</file>