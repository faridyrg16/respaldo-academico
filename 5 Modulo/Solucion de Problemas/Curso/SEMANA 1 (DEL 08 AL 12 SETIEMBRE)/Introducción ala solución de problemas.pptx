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2" r:id="rId9"/>
    <p:sldId id="260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74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071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73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919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938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161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199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966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562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722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222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378831-7EAB-413E-9F92-DDEFBBCC1703}" type="datetimeFigureOut">
              <a:rPr lang="es-PE" smtClean="0"/>
              <a:t>13/09/2025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4D68C5-D4A4-4614-B99B-15726FE11AA7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0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1541B-2298-47E6-96D5-4BD982AB37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7200" dirty="0"/>
              <a:t>INTRODUCCIÓN A LA SOLUCIÓN DE PROBLEMAS</a:t>
            </a:r>
            <a:endParaRPr lang="es-PE" sz="7200" dirty="0"/>
          </a:p>
        </p:txBody>
      </p:sp>
    </p:spTree>
    <p:extLst>
      <p:ext uri="{BB962C8B-B14F-4D97-AF65-F5344CB8AC3E}">
        <p14:creationId xmlns:p14="http://schemas.microsoft.com/office/powerpoint/2010/main" val="328535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4B8A3-C7A3-43EA-B2AA-B3F7960D39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r="561" b="923"/>
          <a:stretch/>
        </p:blipFill>
        <p:spPr>
          <a:xfrm>
            <a:off x="2085586" y="934298"/>
            <a:ext cx="7492350" cy="513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0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9AFE11A-33FD-4030-A139-3332851B5D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t="-295" r="5997" b="18295"/>
          <a:stretch/>
        </p:blipFill>
        <p:spPr>
          <a:xfrm>
            <a:off x="2459066" y="1332464"/>
            <a:ext cx="7273867" cy="443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1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F5AB7F-C687-4768-A7C2-4620031C7A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t="1453" r="2196"/>
          <a:stretch/>
        </p:blipFill>
        <p:spPr>
          <a:xfrm>
            <a:off x="2466136" y="1194495"/>
            <a:ext cx="7259727" cy="4672668"/>
          </a:xfrm>
          <a:prstGeom prst="snipRoundRect">
            <a:avLst>
              <a:gd name="adj1" fmla="val 0"/>
              <a:gd name="adj2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107399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EF15D6-E360-4AD5-B68E-2C6DB509E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012" y="960150"/>
            <a:ext cx="6931890" cy="4743712"/>
          </a:xfrm>
          <a:prstGeom prst="snipRoundRect">
            <a:avLst>
              <a:gd name="adj1" fmla="val 1165"/>
              <a:gd name="adj2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8432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C2CDF1-CF90-4D79-826A-EE20729FC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50610" y="1079814"/>
            <a:ext cx="6490780" cy="449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7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BB9A86-0830-47C2-A9B5-B61857FB9A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t="325" r="1836"/>
          <a:stretch/>
        </p:blipFill>
        <p:spPr>
          <a:xfrm>
            <a:off x="2904028" y="1306320"/>
            <a:ext cx="6952114" cy="495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1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3838CC-ACDC-4B4C-843C-77EFAA9B4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5013" y="902307"/>
            <a:ext cx="6001973" cy="505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3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C4AB48-9CDA-42FA-A875-556153E8D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5900" y="1137741"/>
            <a:ext cx="6500200" cy="45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711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f8c3c4-c145-41c4-b9a8-4dd4c511c987" xsi:nil="true"/>
    <lcf76f155ced4ddcb4097134ff3c332f xmlns="d7f1fb0e-b1a3-4e80-84ab-54c2b79586d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2F34C7D0BC0047BBEC5197F8E3EBC3" ma:contentTypeVersion="10" ma:contentTypeDescription="Crear nuevo documento." ma:contentTypeScope="" ma:versionID="ee70e4a7b479343bd19c86ea9c2c30d0">
  <xsd:schema xmlns:xsd="http://www.w3.org/2001/XMLSchema" xmlns:xs="http://www.w3.org/2001/XMLSchema" xmlns:p="http://schemas.microsoft.com/office/2006/metadata/properties" xmlns:ns2="d7f1fb0e-b1a3-4e80-84ab-54c2b79586da" xmlns:ns3="2ff8c3c4-c145-41c4-b9a8-4dd4c511c987" targetNamespace="http://schemas.microsoft.com/office/2006/metadata/properties" ma:root="true" ma:fieldsID="e3fe2a5f43f03e5011d8ebe2242accd7" ns2:_="" ns3:_="">
    <xsd:import namespace="d7f1fb0e-b1a3-4e80-84ab-54c2b79586da"/>
    <xsd:import namespace="2ff8c3c4-c145-41c4-b9a8-4dd4c511c9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f1fb0e-b1a3-4e80-84ab-54c2b7958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af7fc5e-2656-4f17-8639-05b4d64833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8c3c4-c145-41c4-b9a8-4dd4c511c98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fa4941b-6da3-4866-9fc0-d13dc4f0eba0}" ma:internalName="TaxCatchAll" ma:showField="CatchAllData" ma:web="2ff8c3c4-c145-41c4-b9a8-4dd4c511c9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EC57B4-5EE5-4E31-AF31-D84BAA964B6D}">
  <ds:schemaRefs>
    <ds:schemaRef ds:uri="http://schemas.microsoft.com/office/2006/metadata/properties"/>
    <ds:schemaRef ds:uri="http://schemas.microsoft.com/office/infopath/2007/PartnerControls"/>
    <ds:schemaRef ds:uri="2ff8c3c4-c145-41c4-b9a8-4dd4c511c987"/>
    <ds:schemaRef ds:uri="d7f1fb0e-b1a3-4e80-84ab-54c2b79586da"/>
  </ds:schemaRefs>
</ds:datastoreItem>
</file>

<file path=customXml/itemProps2.xml><?xml version="1.0" encoding="utf-8"?>
<ds:datastoreItem xmlns:ds="http://schemas.openxmlformats.org/officeDocument/2006/customXml" ds:itemID="{33C8BF0A-568D-4E0E-BD97-FCFA1E4BC2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F5F35F-28BF-453F-A203-009E1B1933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f1fb0e-b1a3-4e80-84ab-54c2b79586da"/>
    <ds:schemaRef ds:uri="2ff8c3c4-c145-41c4-b9a8-4dd4c511c9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</TotalTime>
  <Words>6</Words>
  <Application>Microsoft Office PowerPoint</Application>
  <PresentationFormat>Panorámica</PresentationFormat>
  <Paragraphs>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Retrospección</vt:lpstr>
      <vt:lpstr>INTRODUCCIÓN A LA SOLUCIÓN DE PROBLEMAS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USERMA</dc:creator>
  <cp:lastModifiedBy>MASTERLAB2M</cp:lastModifiedBy>
  <cp:revision>7</cp:revision>
  <dcterms:created xsi:type="dcterms:W3CDTF">2025-09-08T22:28:27Z</dcterms:created>
  <dcterms:modified xsi:type="dcterms:W3CDTF">2025-09-14T01:57:26Z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0x010100822F34C7D0BC0047BBEC5197F8E3EBC3</vt:lpwstr>
  </property>
  <property fmtid="{D5CDD505-2E9C-101B-9397-08002B2CF9AE}" pid="3" name="MediaServiceImageTags">
    <vt:lpwstr/>
  </property>
</Properties>
</file>